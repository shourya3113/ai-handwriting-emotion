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8" r:id="rId6"/>
    <p:sldId id="259" r:id="rId7"/>
    <p:sldId id="260" r:id="rId8"/>
    <p:sldId id="263" r:id="rId9"/>
    <p:sldId id="261" r:id="rId10"/>
    <p:sldId id="262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>
        <p:scale>
          <a:sx n="72" d="100"/>
          <a:sy n="72" d="100"/>
        </p:scale>
        <p:origin x="110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A5D33D-325D-4C13-8F15-04070DD05C1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65029E8-36F3-484C-9A99-203194717C98}">
      <dgm:prSet phldrT="[Text]" phldr="0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AI’s</a:t>
          </a:r>
        </a:p>
        <a:p>
          <a:r>
            <a:rPr lang="en-US" dirty="0">
              <a:solidFill>
                <a:schemeClr val="tx1"/>
              </a:solidFill>
            </a:rPr>
            <a:t>Pattern recognition capabilities</a:t>
          </a:r>
          <a:endParaRPr lang="en-IN" dirty="0">
            <a:solidFill>
              <a:schemeClr val="tx1"/>
            </a:solidFill>
          </a:endParaRPr>
        </a:p>
      </dgm:t>
    </dgm:pt>
    <dgm:pt modelId="{89F80350-F530-4185-83BC-18089245ADBC}" type="parTrans" cxnId="{4059DC3A-DDCA-46E4-BECD-1F218A730232}">
      <dgm:prSet/>
      <dgm:spPr/>
      <dgm:t>
        <a:bodyPr/>
        <a:lstStyle/>
        <a:p>
          <a:endParaRPr lang="en-IN"/>
        </a:p>
      </dgm:t>
    </dgm:pt>
    <dgm:pt modelId="{CA11EC43-C1FA-4FEC-BC2B-59222E291543}" type="sibTrans" cxnId="{4059DC3A-DDCA-46E4-BECD-1F218A730232}">
      <dgm:prSet/>
      <dgm:spPr/>
      <dgm:t>
        <a:bodyPr/>
        <a:lstStyle/>
        <a:p>
          <a:endParaRPr lang="en-IN"/>
        </a:p>
      </dgm:t>
    </dgm:pt>
    <dgm:pt modelId="{C87B952B-7FA3-46E1-8D02-106FED0ACEC3}">
      <dgm:prSet phldrT="[Text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Quantum computing's superior computational power</a:t>
          </a:r>
          <a:endParaRPr lang="en-IN" dirty="0">
            <a:solidFill>
              <a:schemeClr val="tx1"/>
            </a:solidFill>
          </a:endParaRPr>
        </a:p>
      </dgm:t>
    </dgm:pt>
    <dgm:pt modelId="{5531CC3A-62F0-4675-9D5F-BA640DF5A63F}" type="parTrans" cxnId="{F43F9F78-D8C1-416C-8D0B-B334B32E6C8C}">
      <dgm:prSet/>
      <dgm:spPr/>
      <dgm:t>
        <a:bodyPr/>
        <a:lstStyle/>
        <a:p>
          <a:endParaRPr lang="en-IN"/>
        </a:p>
      </dgm:t>
    </dgm:pt>
    <dgm:pt modelId="{0DE3A161-5BB3-4591-B520-38092D6D9E0F}" type="sibTrans" cxnId="{F43F9F78-D8C1-416C-8D0B-B334B32E6C8C}">
      <dgm:prSet/>
      <dgm:spPr/>
      <dgm:t>
        <a:bodyPr/>
        <a:lstStyle/>
        <a:p>
          <a:endParaRPr lang="en-IN"/>
        </a:p>
      </dgm:t>
    </dgm:pt>
    <dgm:pt modelId="{60C018CB-81A1-4159-AA3B-7C53E5EDA9F7}">
      <dgm:prSet phldrT="[Text]" phldr="0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Detecting Emotion States</a:t>
          </a:r>
          <a:endParaRPr lang="en-IN" dirty="0">
            <a:solidFill>
              <a:schemeClr val="tx1"/>
            </a:solidFill>
          </a:endParaRPr>
        </a:p>
      </dgm:t>
    </dgm:pt>
    <dgm:pt modelId="{669564C7-EB47-4729-9CF6-69FB915B78FD}" type="parTrans" cxnId="{EEEB24CD-56B3-407E-B855-F7F48DCF6F4E}">
      <dgm:prSet/>
      <dgm:spPr/>
      <dgm:t>
        <a:bodyPr/>
        <a:lstStyle/>
        <a:p>
          <a:endParaRPr lang="en-IN"/>
        </a:p>
      </dgm:t>
    </dgm:pt>
    <dgm:pt modelId="{616ABD55-93B7-4F97-88EB-B8DF6AF6B38F}" type="sibTrans" cxnId="{EEEB24CD-56B3-407E-B855-F7F48DCF6F4E}">
      <dgm:prSet/>
      <dgm:spPr/>
      <dgm:t>
        <a:bodyPr/>
        <a:lstStyle/>
        <a:p>
          <a:endParaRPr lang="en-IN"/>
        </a:p>
      </dgm:t>
    </dgm:pt>
    <dgm:pt modelId="{74651313-924E-4B6D-81ED-33FDF3AEDCCA}" type="pres">
      <dgm:prSet presAssocID="{38A5D33D-325D-4C13-8F15-04070DD05C10}" presName="Name0" presStyleCnt="0">
        <dgm:presLayoutVars>
          <dgm:dir/>
          <dgm:animLvl val="lvl"/>
          <dgm:resizeHandles val="exact"/>
        </dgm:presLayoutVars>
      </dgm:prSet>
      <dgm:spPr/>
    </dgm:pt>
    <dgm:pt modelId="{D2AF0359-EB45-40C5-907C-83191E879DB0}" type="pres">
      <dgm:prSet presAssocID="{D65029E8-36F3-484C-9A99-203194717C98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ACFD901-0E8A-48D5-A30E-4F8ED06176D5}" type="pres">
      <dgm:prSet presAssocID="{CA11EC43-C1FA-4FEC-BC2B-59222E291543}" presName="parTxOnlySpace" presStyleCnt="0"/>
      <dgm:spPr/>
    </dgm:pt>
    <dgm:pt modelId="{C50DCBD4-4137-482A-8D37-22B6EF58B10F}" type="pres">
      <dgm:prSet presAssocID="{C87B952B-7FA3-46E1-8D02-106FED0ACEC3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68AB2112-1BFD-4976-A9A8-BD55F8362EA4}" type="pres">
      <dgm:prSet presAssocID="{0DE3A161-5BB3-4591-B520-38092D6D9E0F}" presName="parTxOnlySpace" presStyleCnt="0"/>
      <dgm:spPr/>
    </dgm:pt>
    <dgm:pt modelId="{60E352BF-9BDC-4809-B114-9B60C793ECD5}" type="pres">
      <dgm:prSet presAssocID="{60C018CB-81A1-4159-AA3B-7C53E5EDA9F7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6D3AC80E-553C-4205-993E-1482386342D6}" type="presOf" srcId="{60C018CB-81A1-4159-AA3B-7C53E5EDA9F7}" destId="{60E352BF-9BDC-4809-B114-9B60C793ECD5}" srcOrd="0" destOrd="0" presId="urn:microsoft.com/office/officeart/2005/8/layout/chevron1"/>
    <dgm:cxn modelId="{4059DC3A-DDCA-46E4-BECD-1F218A730232}" srcId="{38A5D33D-325D-4C13-8F15-04070DD05C10}" destId="{D65029E8-36F3-484C-9A99-203194717C98}" srcOrd="0" destOrd="0" parTransId="{89F80350-F530-4185-83BC-18089245ADBC}" sibTransId="{CA11EC43-C1FA-4FEC-BC2B-59222E291543}"/>
    <dgm:cxn modelId="{8489FC56-7B76-40A6-A996-069582018F4C}" type="presOf" srcId="{38A5D33D-325D-4C13-8F15-04070DD05C10}" destId="{74651313-924E-4B6D-81ED-33FDF3AEDCCA}" srcOrd="0" destOrd="0" presId="urn:microsoft.com/office/officeart/2005/8/layout/chevron1"/>
    <dgm:cxn modelId="{F43F9F78-D8C1-416C-8D0B-B334B32E6C8C}" srcId="{38A5D33D-325D-4C13-8F15-04070DD05C10}" destId="{C87B952B-7FA3-46E1-8D02-106FED0ACEC3}" srcOrd="1" destOrd="0" parTransId="{5531CC3A-62F0-4675-9D5F-BA640DF5A63F}" sibTransId="{0DE3A161-5BB3-4591-B520-38092D6D9E0F}"/>
    <dgm:cxn modelId="{1A4AC084-143A-4197-AFC4-445448004593}" type="presOf" srcId="{D65029E8-36F3-484C-9A99-203194717C98}" destId="{D2AF0359-EB45-40C5-907C-83191E879DB0}" srcOrd="0" destOrd="0" presId="urn:microsoft.com/office/officeart/2005/8/layout/chevron1"/>
    <dgm:cxn modelId="{5F7007CC-27A6-4237-B21C-D86CABFB6295}" type="presOf" srcId="{C87B952B-7FA3-46E1-8D02-106FED0ACEC3}" destId="{C50DCBD4-4137-482A-8D37-22B6EF58B10F}" srcOrd="0" destOrd="0" presId="urn:microsoft.com/office/officeart/2005/8/layout/chevron1"/>
    <dgm:cxn modelId="{EEEB24CD-56B3-407E-B855-F7F48DCF6F4E}" srcId="{38A5D33D-325D-4C13-8F15-04070DD05C10}" destId="{60C018CB-81A1-4159-AA3B-7C53E5EDA9F7}" srcOrd="2" destOrd="0" parTransId="{669564C7-EB47-4729-9CF6-69FB915B78FD}" sibTransId="{616ABD55-93B7-4F97-88EB-B8DF6AF6B38F}"/>
    <dgm:cxn modelId="{A25EBDE1-67A9-4E32-B95C-A496B990B40E}" type="presParOf" srcId="{74651313-924E-4B6D-81ED-33FDF3AEDCCA}" destId="{D2AF0359-EB45-40C5-907C-83191E879DB0}" srcOrd="0" destOrd="0" presId="urn:microsoft.com/office/officeart/2005/8/layout/chevron1"/>
    <dgm:cxn modelId="{0EF908C1-8F0D-4FA9-929F-0729C6C8C82E}" type="presParOf" srcId="{74651313-924E-4B6D-81ED-33FDF3AEDCCA}" destId="{AACFD901-0E8A-48D5-A30E-4F8ED06176D5}" srcOrd="1" destOrd="0" presId="urn:microsoft.com/office/officeart/2005/8/layout/chevron1"/>
    <dgm:cxn modelId="{3177209D-5D9A-44EE-953D-02F5761ACD1D}" type="presParOf" srcId="{74651313-924E-4B6D-81ED-33FDF3AEDCCA}" destId="{C50DCBD4-4137-482A-8D37-22B6EF58B10F}" srcOrd="2" destOrd="0" presId="urn:microsoft.com/office/officeart/2005/8/layout/chevron1"/>
    <dgm:cxn modelId="{10B459A8-E88E-4268-95CF-FCD2E50CEA3D}" type="presParOf" srcId="{74651313-924E-4B6D-81ED-33FDF3AEDCCA}" destId="{68AB2112-1BFD-4976-A9A8-BD55F8362EA4}" srcOrd="3" destOrd="0" presId="urn:microsoft.com/office/officeart/2005/8/layout/chevron1"/>
    <dgm:cxn modelId="{E0D51240-78E1-4796-A477-54D2A7C91E30}" type="presParOf" srcId="{74651313-924E-4B6D-81ED-33FDF3AEDCCA}" destId="{60E352BF-9BDC-4809-B114-9B60C793ECD5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CD6E21-FF35-4531-8AFD-DC6DB099867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8887F88-7FC5-4CBC-90B3-4227E274D84F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IN" sz="1600" b="0" dirty="0"/>
            <a:t>Quantum computing uses principles of quantum mechanics to process information.</a:t>
          </a:r>
        </a:p>
      </dgm:t>
    </dgm:pt>
    <dgm:pt modelId="{6F220F05-1BB8-4A0D-8844-8CE4151B173F}" type="parTrans" cxnId="{0E35BF39-AD02-45C2-89FB-2E0A0347A9D6}">
      <dgm:prSet/>
      <dgm:spPr/>
      <dgm:t>
        <a:bodyPr/>
        <a:lstStyle/>
        <a:p>
          <a:endParaRPr lang="en-IN"/>
        </a:p>
      </dgm:t>
    </dgm:pt>
    <dgm:pt modelId="{B958F15B-4AD0-42A3-9475-E7575268E915}" type="sibTrans" cxnId="{0E35BF39-AD02-45C2-89FB-2E0A0347A9D6}">
      <dgm:prSet/>
      <dgm:spPr/>
      <dgm:t>
        <a:bodyPr/>
        <a:lstStyle/>
        <a:p>
          <a:endParaRPr lang="en-IN"/>
        </a:p>
      </dgm:t>
    </dgm:pt>
    <dgm:pt modelId="{D1AB5619-19A5-47AC-A92C-1B8AAE166A1F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Instead of classical bits (0 or 1), it uses qubits, which can exist in multiple states at once.</a:t>
          </a:r>
          <a:endParaRPr lang="en-IN"/>
        </a:p>
      </dgm:t>
    </dgm:pt>
    <dgm:pt modelId="{D7ADDCF3-1F6E-4BB9-982D-78FC16097450}" type="parTrans" cxnId="{E7AC4D51-F506-4880-8364-3CD302063CD9}">
      <dgm:prSet/>
      <dgm:spPr/>
      <dgm:t>
        <a:bodyPr/>
        <a:lstStyle/>
        <a:p>
          <a:endParaRPr lang="en-IN"/>
        </a:p>
      </dgm:t>
    </dgm:pt>
    <dgm:pt modelId="{97972D12-775E-47F3-9873-F0283D618794}" type="sibTrans" cxnId="{E7AC4D51-F506-4880-8364-3CD302063CD9}">
      <dgm:prSet/>
      <dgm:spPr/>
      <dgm:t>
        <a:bodyPr/>
        <a:lstStyle/>
        <a:p>
          <a:endParaRPr lang="en-IN"/>
        </a:p>
      </dgm:t>
    </dgm:pt>
    <dgm:pt modelId="{914E332F-DAF3-466D-A3A2-59EF1393BE13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Promises to solve complex problems much faster than traditional computers.</a:t>
          </a:r>
          <a:endParaRPr lang="en-IN"/>
        </a:p>
      </dgm:t>
    </dgm:pt>
    <dgm:pt modelId="{B6C57297-FF49-4272-975F-86EEB45E9C08}" type="parTrans" cxnId="{50EF0B49-27A9-41D5-92E8-A061781D994B}">
      <dgm:prSet/>
      <dgm:spPr/>
      <dgm:t>
        <a:bodyPr/>
        <a:lstStyle/>
        <a:p>
          <a:endParaRPr lang="en-IN"/>
        </a:p>
      </dgm:t>
    </dgm:pt>
    <dgm:pt modelId="{695D74AC-7830-40BA-807A-2BEDF718DF7D}" type="sibTrans" cxnId="{50EF0B49-27A9-41D5-92E8-A061781D994B}">
      <dgm:prSet/>
      <dgm:spPr/>
      <dgm:t>
        <a:bodyPr/>
        <a:lstStyle/>
        <a:p>
          <a:endParaRPr lang="en-IN"/>
        </a:p>
      </dgm:t>
    </dgm:pt>
    <dgm:pt modelId="{4BBFEC97-4695-4639-9F28-13A822405DE2}" type="pres">
      <dgm:prSet presAssocID="{BCCD6E21-FF35-4531-8AFD-DC6DB0998678}" presName="root" presStyleCnt="0">
        <dgm:presLayoutVars>
          <dgm:dir/>
          <dgm:resizeHandles val="exact"/>
        </dgm:presLayoutVars>
      </dgm:prSet>
      <dgm:spPr/>
    </dgm:pt>
    <dgm:pt modelId="{EF4BB990-DA0E-4F6C-8261-0793F7AB7763}" type="pres">
      <dgm:prSet presAssocID="{18887F88-7FC5-4CBC-90B3-4227E274D84F}" presName="compNode" presStyleCnt="0"/>
      <dgm:spPr/>
    </dgm:pt>
    <dgm:pt modelId="{6C05D476-4D4A-4773-B604-52450F6F3047}" type="pres">
      <dgm:prSet presAssocID="{18887F88-7FC5-4CBC-90B3-4227E274D84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86C207BA-E72F-4B7D-A52E-F34D416794ED}" type="pres">
      <dgm:prSet presAssocID="{18887F88-7FC5-4CBC-90B3-4227E274D84F}" presName="spaceRect" presStyleCnt="0"/>
      <dgm:spPr/>
    </dgm:pt>
    <dgm:pt modelId="{FE40A80A-33C8-4F42-AE2F-43FCE4CA0625}" type="pres">
      <dgm:prSet presAssocID="{18887F88-7FC5-4CBC-90B3-4227E274D84F}" presName="textRect" presStyleLbl="revTx" presStyleIdx="0" presStyleCnt="3">
        <dgm:presLayoutVars>
          <dgm:chMax val="1"/>
          <dgm:chPref val="1"/>
        </dgm:presLayoutVars>
      </dgm:prSet>
      <dgm:spPr/>
    </dgm:pt>
    <dgm:pt modelId="{6D550A4C-2894-488B-BAD5-42D9B6607545}" type="pres">
      <dgm:prSet presAssocID="{B958F15B-4AD0-42A3-9475-E7575268E915}" presName="sibTrans" presStyleCnt="0"/>
      <dgm:spPr/>
    </dgm:pt>
    <dgm:pt modelId="{64C81CD7-B4A8-4941-850F-28F88B126CA5}" type="pres">
      <dgm:prSet presAssocID="{D1AB5619-19A5-47AC-A92C-1B8AAE166A1F}" presName="compNode" presStyleCnt="0"/>
      <dgm:spPr/>
    </dgm:pt>
    <dgm:pt modelId="{241B9F62-0AC4-46FD-8C9C-772A3663C8BA}" type="pres">
      <dgm:prSet presAssocID="{D1AB5619-19A5-47AC-A92C-1B8AAE166A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FED9474-127F-463E-8C13-DA33C696C9B7}" type="pres">
      <dgm:prSet presAssocID="{D1AB5619-19A5-47AC-A92C-1B8AAE166A1F}" presName="spaceRect" presStyleCnt="0"/>
      <dgm:spPr/>
    </dgm:pt>
    <dgm:pt modelId="{D203D820-B45F-4F0D-9283-66D5B003130E}" type="pres">
      <dgm:prSet presAssocID="{D1AB5619-19A5-47AC-A92C-1B8AAE166A1F}" presName="textRect" presStyleLbl="revTx" presStyleIdx="1" presStyleCnt="3">
        <dgm:presLayoutVars>
          <dgm:chMax val="1"/>
          <dgm:chPref val="1"/>
        </dgm:presLayoutVars>
      </dgm:prSet>
      <dgm:spPr/>
    </dgm:pt>
    <dgm:pt modelId="{3BB78B5F-8F11-4C9C-91DD-8673AE9B4D25}" type="pres">
      <dgm:prSet presAssocID="{97972D12-775E-47F3-9873-F0283D618794}" presName="sibTrans" presStyleCnt="0"/>
      <dgm:spPr/>
    </dgm:pt>
    <dgm:pt modelId="{8F22AF28-D8C5-4E58-A602-9244B20FBE5B}" type="pres">
      <dgm:prSet presAssocID="{914E332F-DAF3-466D-A3A2-59EF1393BE13}" presName="compNode" presStyleCnt="0"/>
      <dgm:spPr/>
    </dgm:pt>
    <dgm:pt modelId="{E496E94A-49EB-45EE-96EF-1F2B8F238807}" type="pres">
      <dgm:prSet presAssocID="{914E332F-DAF3-466D-A3A2-59EF1393BE1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F8E3B9D-49B0-42C3-925D-1951F3FE9895}" type="pres">
      <dgm:prSet presAssocID="{914E332F-DAF3-466D-A3A2-59EF1393BE13}" presName="spaceRect" presStyleCnt="0"/>
      <dgm:spPr/>
    </dgm:pt>
    <dgm:pt modelId="{1FBED8AB-9508-480D-BBCE-A7EAAB1493C4}" type="pres">
      <dgm:prSet presAssocID="{914E332F-DAF3-466D-A3A2-59EF1393BE1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4761C03-C44C-45B7-8AAC-652328BB7596}" type="presOf" srcId="{18887F88-7FC5-4CBC-90B3-4227E274D84F}" destId="{FE40A80A-33C8-4F42-AE2F-43FCE4CA0625}" srcOrd="0" destOrd="0" presId="urn:microsoft.com/office/officeart/2018/2/layout/IconLabelList"/>
    <dgm:cxn modelId="{0E35BF39-AD02-45C2-89FB-2E0A0347A9D6}" srcId="{BCCD6E21-FF35-4531-8AFD-DC6DB0998678}" destId="{18887F88-7FC5-4CBC-90B3-4227E274D84F}" srcOrd="0" destOrd="0" parTransId="{6F220F05-1BB8-4A0D-8844-8CE4151B173F}" sibTransId="{B958F15B-4AD0-42A3-9475-E7575268E915}"/>
    <dgm:cxn modelId="{50EF0B49-27A9-41D5-92E8-A061781D994B}" srcId="{BCCD6E21-FF35-4531-8AFD-DC6DB0998678}" destId="{914E332F-DAF3-466D-A3A2-59EF1393BE13}" srcOrd="2" destOrd="0" parTransId="{B6C57297-FF49-4272-975F-86EEB45E9C08}" sibTransId="{695D74AC-7830-40BA-807A-2BEDF718DF7D}"/>
    <dgm:cxn modelId="{E7AC4D51-F506-4880-8364-3CD302063CD9}" srcId="{BCCD6E21-FF35-4531-8AFD-DC6DB0998678}" destId="{D1AB5619-19A5-47AC-A92C-1B8AAE166A1F}" srcOrd="1" destOrd="0" parTransId="{D7ADDCF3-1F6E-4BB9-982D-78FC16097450}" sibTransId="{97972D12-775E-47F3-9873-F0283D618794}"/>
    <dgm:cxn modelId="{0427B8A7-4B59-486F-BFE9-003516B710CB}" type="presOf" srcId="{914E332F-DAF3-466D-A3A2-59EF1393BE13}" destId="{1FBED8AB-9508-480D-BBCE-A7EAAB1493C4}" srcOrd="0" destOrd="0" presId="urn:microsoft.com/office/officeart/2018/2/layout/IconLabelList"/>
    <dgm:cxn modelId="{354C6FB1-7038-44E1-97FA-7A2E1F7FD6D7}" type="presOf" srcId="{BCCD6E21-FF35-4531-8AFD-DC6DB0998678}" destId="{4BBFEC97-4695-4639-9F28-13A822405DE2}" srcOrd="0" destOrd="0" presId="urn:microsoft.com/office/officeart/2018/2/layout/IconLabelList"/>
    <dgm:cxn modelId="{B1E33FCB-C425-450E-8F1B-BF17EF61CA2A}" type="presOf" srcId="{D1AB5619-19A5-47AC-A92C-1B8AAE166A1F}" destId="{D203D820-B45F-4F0D-9283-66D5B003130E}" srcOrd="0" destOrd="0" presId="urn:microsoft.com/office/officeart/2018/2/layout/IconLabelList"/>
    <dgm:cxn modelId="{563F76B7-7FB2-487F-A2F0-9EC0C2EE2E0A}" type="presParOf" srcId="{4BBFEC97-4695-4639-9F28-13A822405DE2}" destId="{EF4BB990-DA0E-4F6C-8261-0793F7AB7763}" srcOrd="0" destOrd="0" presId="urn:microsoft.com/office/officeart/2018/2/layout/IconLabelList"/>
    <dgm:cxn modelId="{81E989B9-6CA7-442A-ABB7-0E5563E230F4}" type="presParOf" srcId="{EF4BB990-DA0E-4F6C-8261-0793F7AB7763}" destId="{6C05D476-4D4A-4773-B604-52450F6F3047}" srcOrd="0" destOrd="0" presId="urn:microsoft.com/office/officeart/2018/2/layout/IconLabelList"/>
    <dgm:cxn modelId="{420317AF-6053-4C12-BF7B-A31FD1F2F0D2}" type="presParOf" srcId="{EF4BB990-DA0E-4F6C-8261-0793F7AB7763}" destId="{86C207BA-E72F-4B7D-A52E-F34D416794ED}" srcOrd="1" destOrd="0" presId="urn:microsoft.com/office/officeart/2018/2/layout/IconLabelList"/>
    <dgm:cxn modelId="{68BE6655-CB8D-45D8-BF23-ADA6D3D71B47}" type="presParOf" srcId="{EF4BB990-DA0E-4F6C-8261-0793F7AB7763}" destId="{FE40A80A-33C8-4F42-AE2F-43FCE4CA0625}" srcOrd="2" destOrd="0" presId="urn:microsoft.com/office/officeart/2018/2/layout/IconLabelList"/>
    <dgm:cxn modelId="{E07A2848-5212-49FA-83A4-DDCC9F928C17}" type="presParOf" srcId="{4BBFEC97-4695-4639-9F28-13A822405DE2}" destId="{6D550A4C-2894-488B-BAD5-42D9B6607545}" srcOrd="1" destOrd="0" presId="urn:microsoft.com/office/officeart/2018/2/layout/IconLabelList"/>
    <dgm:cxn modelId="{3D34DB17-5C4B-4418-AD8E-EA972AD283D2}" type="presParOf" srcId="{4BBFEC97-4695-4639-9F28-13A822405DE2}" destId="{64C81CD7-B4A8-4941-850F-28F88B126CA5}" srcOrd="2" destOrd="0" presId="urn:microsoft.com/office/officeart/2018/2/layout/IconLabelList"/>
    <dgm:cxn modelId="{58948480-2DC7-49BE-A5F4-83ADDFC067EF}" type="presParOf" srcId="{64C81CD7-B4A8-4941-850F-28F88B126CA5}" destId="{241B9F62-0AC4-46FD-8C9C-772A3663C8BA}" srcOrd="0" destOrd="0" presId="urn:microsoft.com/office/officeart/2018/2/layout/IconLabelList"/>
    <dgm:cxn modelId="{407584C8-B9BA-4062-9440-0DFA4657CF02}" type="presParOf" srcId="{64C81CD7-B4A8-4941-850F-28F88B126CA5}" destId="{2FED9474-127F-463E-8C13-DA33C696C9B7}" srcOrd="1" destOrd="0" presId="urn:microsoft.com/office/officeart/2018/2/layout/IconLabelList"/>
    <dgm:cxn modelId="{48E3AC6B-4518-47EA-8DE2-A9127103EA1E}" type="presParOf" srcId="{64C81CD7-B4A8-4941-850F-28F88B126CA5}" destId="{D203D820-B45F-4F0D-9283-66D5B003130E}" srcOrd="2" destOrd="0" presId="urn:microsoft.com/office/officeart/2018/2/layout/IconLabelList"/>
    <dgm:cxn modelId="{FF3266B7-8F96-4489-AB6E-7C823004EDCB}" type="presParOf" srcId="{4BBFEC97-4695-4639-9F28-13A822405DE2}" destId="{3BB78B5F-8F11-4C9C-91DD-8673AE9B4D25}" srcOrd="3" destOrd="0" presId="urn:microsoft.com/office/officeart/2018/2/layout/IconLabelList"/>
    <dgm:cxn modelId="{CD8FB31B-6571-4B45-8279-3232D216CBF3}" type="presParOf" srcId="{4BBFEC97-4695-4639-9F28-13A822405DE2}" destId="{8F22AF28-D8C5-4E58-A602-9244B20FBE5B}" srcOrd="4" destOrd="0" presId="urn:microsoft.com/office/officeart/2018/2/layout/IconLabelList"/>
    <dgm:cxn modelId="{2F6D4189-92C1-448D-A65D-54C15EDCFDB9}" type="presParOf" srcId="{8F22AF28-D8C5-4E58-A602-9244B20FBE5B}" destId="{E496E94A-49EB-45EE-96EF-1F2B8F238807}" srcOrd="0" destOrd="0" presId="urn:microsoft.com/office/officeart/2018/2/layout/IconLabelList"/>
    <dgm:cxn modelId="{84892931-77CB-4B97-899B-0D41EA4FEA05}" type="presParOf" srcId="{8F22AF28-D8C5-4E58-A602-9244B20FBE5B}" destId="{CF8E3B9D-49B0-42C3-925D-1951F3FE9895}" srcOrd="1" destOrd="0" presId="urn:microsoft.com/office/officeart/2018/2/layout/IconLabelList"/>
    <dgm:cxn modelId="{5BD64D78-4B89-4D8E-9CEB-3A9B1C32DD2F}" type="presParOf" srcId="{8F22AF28-D8C5-4E58-A602-9244B20FBE5B}" destId="{1FBED8AB-9508-480D-BBCE-A7EAAB1493C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655665-6D66-4CF7-9B4E-4802C3B0E16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5705762-416F-41A6-809A-E1458151BE56}">
      <dgm:prSet phldrT="[Text]" phldr="0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Superposition</a:t>
          </a:r>
          <a:endParaRPr lang="en-IN" dirty="0">
            <a:solidFill>
              <a:schemeClr val="tx1"/>
            </a:solidFill>
          </a:endParaRPr>
        </a:p>
      </dgm:t>
    </dgm:pt>
    <dgm:pt modelId="{210B3EAB-BF49-45DC-8AC1-2EAB338DE8AC}" type="parTrans" cxnId="{39818A58-6DCC-4F73-B835-821A8BF54B3A}">
      <dgm:prSet/>
      <dgm:spPr/>
      <dgm:t>
        <a:bodyPr/>
        <a:lstStyle/>
        <a:p>
          <a:endParaRPr lang="en-IN"/>
        </a:p>
      </dgm:t>
    </dgm:pt>
    <dgm:pt modelId="{139A9B75-DDB2-4ACD-AAD0-C5FC6BEB56A9}" type="sibTrans" cxnId="{39818A58-6DCC-4F73-B835-821A8BF54B3A}">
      <dgm:prSet/>
      <dgm:spPr/>
      <dgm:t>
        <a:bodyPr/>
        <a:lstStyle/>
        <a:p>
          <a:endParaRPr lang="en-IN"/>
        </a:p>
      </dgm:t>
    </dgm:pt>
    <dgm:pt modelId="{ABC4D33E-3BE0-410C-8345-57649062D34B}">
      <dgm:prSet phldrT="[Text]" phldr="0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dirty="0"/>
            <a:t>A Qubit can be in a combination of 0 and 1 simultaneously.</a:t>
          </a:r>
          <a:endParaRPr lang="en-IN" dirty="0"/>
        </a:p>
      </dgm:t>
    </dgm:pt>
    <dgm:pt modelId="{BE6155E3-392B-4C62-94A6-D8A169B50500}" type="parTrans" cxnId="{B8CDCC13-DBDD-42C4-8536-2E829A2A9224}">
      <dgm:prSet/>
      <dgm:spPr/>
      <dgm:t>
        <a:bodyPr/>
        <a:lstStyle/>
        <a:p>
          <a:endParaRPr lang="en-IN"/>
        </a:p>
      </dgm:t>
    </dgm:pt>
    <dgm:pt modelId="{73D985E5-8E58-45AE-91A2-AB334A7CCEAB}" type="sibTrans" cxnId="{B8CDCC13-DBDD-42C4-8536-2E829A2A9224}">
      <dgm:prSet/>
      <dgm:spPr/>
      <dgm:t>
        <a:bodyPr/>
        <a:lstStyle/>
        <a:p>
          <a:endParaRPr lang="en-IN"/>
        </a:p>
      </dgm:t>
    </dgm:pt>
    <dgm:pt modelId="{F957823A-E935-4C81-92D8-359DD3F2B6CE}">
      <dgm:prSet phldrT="[Text]" phldr="0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Entanglement</a:t>
          </a:r>
          <a:endParaRPr lang="en-IN" dirty="0">
            <a:solidFill>
              <a:schemeClr val="tx1"/>
            </a:solidFill>
          </a:endParaRPr>
        </a:p>
      </dgm:t>
    </dgm:pt>
    <dgm:pt modelId="{DA9E46C3-DB48-46C8-9D2B-EC9AD002B725}" type="parTrans" cxnId="{3304E8F9-BA83-4B83-9004-04057BFFC1A3}">
      <dgm:prSet/>
      <dgm:spPr/>
      <dgm:t>
        <a:bodyPr/>
        <a:lstStyle/>
        <a:p>
          <a:endParaRPr lang="en-IN"/>
        </a:p>
      </dgm:t>
    </dgm:pt>
    <dgm:pt modelId="{CE4A1D86-933A-4496-A399-950A8B176B5E}" type="sibTrans" cxnId="{3304E8F9-BA83-4B83-9004-04057BFFC1A3}">
      <dgm:prSet/>
      <dgm:spPr/>
      <dgm:t>
        <a:bodyPr/>
        <a:lstStyle/>
        <a:p>
          <a:endParaRPr lang="en-IN"/>
        </a:p>
      </dgm:t>
    </dgm:pt>
    <dgm:pt modelId="{C3C63ACE-EE8A-425F-9F5B-667389B61037}">
      <dgm:prSet phldrT="[Text]" phldr="0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dirty="0"/>
            <a:t>Linked qubits can influence each other instantly, even when far apart.</a:t>
          </a:r>
          <a:endParaRPr lang="en-IN" dirty="0"/>
        </a:p>
      </dgm:t>
    </dgm:pt>
    <dgm:pt modelId="{3C35BB47-C24C-43A0-BBCB-1BC068BF1448}" type="parTrans" cxnId="{7F9B1A54-08DD-4E1D-A799-DE0692DBAAFF}">
      <dgm:prSet/>
      <dgm:spPr/>
      <dgm:t>
        <a:bodyPr/>
        <a:lstStyle/>
        <a:p>
          <a:endParaRPr lang="en-IN"/>
        </a:p>
      </dgm:t>
    </dgm:pt>
    <dgm:pt modelId="{5B180E6E-D537-49C3-A0A1-9AE839B1703C}" type="sibTrans" cxnId="{7F9B1A54-08DD-4E1D-A799-DE0692DBAAFF}">
      <dgm:prSet/>
      <dgm:spPr/>
      <dgm:t>
        <a:bodyPr/>
        <a:lstStyle/>
        <a:p>
          <a:endParaRPr lang="en-IN"/>
        </a:p>
      </dgm:t>
    </dgm:pt>
    <dgm:pt modelId="{CDEF99C9-0742-4B71-ABD1-BBE6784D49F6}">
      <dgm:prSet phldrT="[Text]" phldr="0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Quantum Interference</a:t>
          </a:r>
          <a:endParaRPr lang="en-IN" dirty="0">
            <a:solidFill>
              <a:schemeClr val="tx1"/>
            </a:solidFill>
          </a:endParaRPr>
        </a:p>
      </dgm:t>
    </dgm:pt>
    <dgm:pt modelId="{C5E46785-B8C0-4A49-A5BA-955B04ABE5DD}" type="parTrans" cxnId="{D5AB60C0-1B62-4DEA-9AEE-C9769A6ECA4D}">
      <dgm:prSet/>
      <dgm:spPr/>
      <dgm:t>
        <a:bodyPr/>
        <a:lstStyle/>
        <a:p>
          <a:endParaRPr lang="en-IN"/>
        </a:p>
      </dgm:t>
    </dgm:pt>
    <dgm:pt modelId="{15FF29C7-C148-4B35-847E-526FFB03696C}" type="sibTrans" cxnId="{D5AB60C0-1B62-4DEA-9AEE-C9769A6ECA4D}">
      <dgm:prSet/>
      <dgm:spPr/>
      <dgm:t>
        <a:bodyPr/>
        <a:lstStyle/>
        <a:p>
          <a:endParaRPr lang="en-IN"/>
        </a:p>
      </dgm:t>
    </dgm:pt>
    <dgm:pt modelId="{114AD8E4-074F-40AC-8E02-05B3DED692E9}">
      <dgm:prSet phldrT="[Text]" phldr="0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dirty="0"/>
            <a:t>Used to amplify correct solutions and cancels out wrong ones.</a:t>
          </a:r>
          <a:endParaRPr lang="en-IN" dirty="0"/>
        </a:p>
      </dgm:t>
    </dgm:pt>
    <dgm:pt modelId="{5B3F6CA4-7ACD-45B5-B82F-E6BC8BF5BCC7}" type="parTrans" cxnId="{FD416B59-283B-4595-B394-87C1D701691D}">
      <dgm:prSet/>
      <dgm:spPr/>
      <dgm:t>
        <a:bodyPr/>
        <a:lstStyle/>
        <a:p>
          <a:endParaRPr lang="en-IN"/>
        </a:p>
      </dgm:t>
    </dgm:pt>
    <dgm:pt modelId="{8E857B1C-8BA2-4DFD-A9CB-CB312B822B88}" type="sibTrans" cxnId="{FD416B59-283B-4595-B394-87C1D701691D}">
      <dgm:prSet/>
      <dgm:spPr/>
      <dgm:t>
        <a:bodyPr/>
        <a:lstStyle/>
        <a:p>
          <a:endParaRPr lang="en-IN"/>
        </a:p>
      </dgm:t>
    </dgm:pt>
    <dgm:pt modelId="{56BFC3AC-E513-4C50-A50F-5BD8AA0492BE}" type="pres">
      <dgm:prSet presAssocID="{A8655665-6D66-4CF7-9B4E-4802C3B0E168}" presName="Name0" presStyleCnt="0">
        <dgm:presLayoutVars>
          <dgm:dir/>
          <dgm:animLvl val="lvl"/>
          <dgm:resizeHandles val="exact"/>
        </dgm:presLayoutVars>
      </dgm:prSet>
      <dgm:spPr/>
    </dgm:pt>
    <dgm:pt modelId="{DA41AA3F-800C-4762-9112-A47F1F6FBCEE}" type="pres">
      <dgm:prSet presAssocID="{A5705762-416F-41A6-809A-E1458151BE56}" presName="linNode" presStyleCnt="0"/>
      <dgm:spPr/>
    </dgm:pt>
    <dgm:pt modelId="{F01221B2-7479-49C6-BCA7-B11F37D95A89}" type="pres">
      <dgm:prSet presAssocID="{A5705762-416F-41A6-809A-E1458151BE5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A7926AA9-B6BE-4E3B-AA80-47A12F183464}" type="pres">
      <dgm:prSet presAssocID="{A5705762-416F-41A6-809A-E1458151BE56}" presName="descendantText" presStyleLbl="alignAccFollowNode1" presStyleIdx="0" presStyleCnt="3">
        <dgm:presLayoutVars>
          <dgm:bulletEnabled val="1"/>
        </dgm:presLayoutVars>
      </dgm:prSet>
      <dgm:spPr/>
    </dgm:pt>
    <dgm:pt modelId="{C4CFD364-B89A-47C6-B9F0-AFE69E3E0926}" type="pres">
      <dgm:prSet presAssocID="{139A9B75-DDB2-4ACD-AAD0-C5FC6BEB56A9}" presName="sp" presStyleCnt="0"/>
      <dgm:spPr/>
    </dgm:pt>
    <dgm:pt modelId="{68A6039A-5302-4268-B437-97FDF3200321}" type="pres">
      <dgm:prSet presAssocID="{F957823A-E935-4C81-92D8-359DD3F2B6CE}" presName="linNode" presStyleCnt="0"/>
      <dgm:spPr/>
    </dgm:pt>
    <dgm:pt modelId="{C2484C69-187C-4574-8189-77E48AFC4B77}" type="pres">
      <dgm:prSet presAssocID="{F957823A-E935-4C81-92D8-359DD3F2B6CE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4704A328-69BC-4C0B-9BA5-FFB7234F7692}" type="pres">
      <dgm:prSet presAssocID="{F957823A-E935-4C81-92D8-359DD3F2B6CE}" presName="descendantText" presStyleLbl="alignAccFollowNode1" presStyleIdx="1" presStyleCnt="3">
        <dgm:presLayoutVars>
          <dgm:bulletEnabled val="1"/>
        </dgm:presLayoutVars>
      </dgm:prSet>
      <dgm:spPr/>
    </dgm:pt>
    <dgm:pt modelId="{FC69222F-A853-4A23-9FB2-28337697ED63}" type="pres">
      <dgm:prSet presAssocID="{CE4A1D86-933A-4496-A399-950A8B176B5E}" presName="sp" presStyleCnt="0"/>
      <dgm:spPr/>
    </dgm:pt>
    <dgm:pt modelId="{AA043B87-7405-41EB-9A71-5B0A9FB1C769}" type="pres">
      <dgm:prSet presAssocID="{CDEF99C9-0742-4B71-ABD1-BBE6784D49F6}" presName="linNode" presStyleCnt="0"/>
      <dgm:spPr/>
    </dgm:pt>
    <dgm:pt modelId="{D60CA958-7046-4299-83B9-2AA1210A6A23}" type="pres">
      <dgm:prSet presAssocID="{CDEF99C9-0742-4B71-ABD1-BBE6784D49F6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2DC073F6-BC6E-45E7-82A3-EEAF21CDD2CF}" type="pres">
      <dgm:prSet presAssocID="{CDEF99C9-0742-4B71-ABD1-BBE6784D49F6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13B7A20A-BA56-4A54-BB57-D748CF19D611}" type="presOf" srcId="{ABC4D33E-3BE0-410C-8345-57649062D34B}" destId="{A7926AA9-B6BE-4E3B-AA80-47A12F183464}" srcOrd="0" destOrd="0" presId="urn:microsoft.com/office/officeart/2005/8/layout/vList5"/>
    <dgm:cxn modelId="{B8CDCC13-DBDD-42C4-8536-2E829A2A9224}" srcId="{A5705762-416F-41A6-809A-E1458151BE56}" destId="{ABC4D33E-3BE0-410C-8345-57649062D34B}" srcOrd="0" destOrd="0" parTransId="{BE6155E3-392B-4C62-94A6-D8A169B50500}" sibTransId="{73D985E5-8E58-45AE-91A2-AB334A7CCEAB}"/>
    <dgm:cxn modelId="{01D9F730-AB27-4731-876E-0800855719A2}" type="presOf" srcId="{A5705762-416F-41A6-809A-E1458151BE56}" destId="{F01221B2-7479-49C6-BCA7-B11F37D95A89}" srcOrd="0" destOrd="0" presId="urn:microsoft.com/office/officeart/2005/8/layout/vList5"/>
    <dgm:cxn modelId="{7F9B1A54-08DD-4E1D-A799-DE0692DBAAFF}" srcId="{F957823A-E935-4C81-92D8-359DD3F2B6CE}" destId="{C3C63ACE-EE8A-425F-9F5B-667389B61037}" srcOrd="0" destOrd="0" parTransId="{3C35BB47-C24C-43A0-BBCB-1BC068BF1448}" sibTransId="{5B180E6E-D537-49C3-A0A1-9AE839B1703C}"/>
    <dgm:cxn modelId="{D03D4977-A5BA-41C6-B627-2532AF7F31D3}" type="presOf" srcId="{CDEF99C9-0742-4B71-ABD1-BBE6784D49F6}" destId="{D60CA958-7046-4299-83B9-2AA1210A6A23}" srcOrd="0" destOrd="0" presId="urn:microsoft.com/office/officeart/2005/8/layout/vList5"/>
    <dgm:cxn modelId="{39818A58-6DCC-4F73-B835-821A8BF54B3A}" srcId="{A8655665-6D66-4CF7-9B4E-4802C3B0E168}" destId="{A5705762-416F-41A6-809A-E1458151BE56}" srcOrd="0" destOrd="0" parTransId="{210B3EAB-BF49-45DC-8AC1-2EAB338DE8AC}" sibTransId="{139A9B75-DDB2-4ACD-AAD0-C5FC6BEB56A9}"/>
    <dgm:cxn modelId="{FD416B59-283B-4595-B394-87C1D701691D}" srcId="{CDEF99C9-0742-4B71-ABD1-BBE6784D49F6}" destId="{114AD8E4-074F-40AC-8E02-05B3DED692E9}" srcOrd="0" destOrd="0" parTransId="{5B3F6CA4-7ACD-45B5-B82F-E6BC8BF5BCC7}" sibTransId="{8E857B1C-8BA2-4DFD-A9CB-CB312B822B88}"/>
    <dgm:cxn modelId="{1373B97E-DBAA-435E-A76D-335401CC1AF5}" type="presOf" srcId="{114AD8E4-074F-40AC-8E02-05B3DED692E9}" destId="{2DC073F6-BC6E-45E7-82A3-EEAF21CDD2CF}" srcOrd="0" destOrd="0" presId="urn:microsoft.com/office/officeart/2005/8/layout/vList5"/>
    <dgm:cxn modelId="{D5AB60C0-1B62-4DEA-9AEE-C9769A6ECA4D}" srcId="{A8655665-6D66-4CF7-9B4E-4802C3B0E168}" destId="{CDEF99C9-0742-4B71-ABD1-BBE6784D49F6}" srcOrd="2" destOrd="0" parTransId="{C5E46785-B8C0-4A49-A5BA-955B04ABE5DD}" sibTransId="{15FF29C7-C148-4B35-847E-526FFB03696C}"/>
    <dgm:cxn modelId="{FCC715C9-4B1B-4677-AB79-386C141F5B97}" type="presOf" srcId="{F957823A-E935-4C81-92D8-359DD3F2B6CE}" destId="{C2484C69-187C-4574-8189-77E48AFC4B77}" srcOrd="0" destOrd="0" presId="urn:microsoft.com/office/officeart/2005/8/layout/vList5"/>
    <dgm:cxn modelId="{10643CDA-91C3-413A-AE49-EA1C16D0A445}" type="presOf" srcId="{A8655665-6D66-4CF7-9B4E-4802C3B0E168}" destId="{56BFC3AC-E513-4C50-A50F-5BD8AA0492BE}" srcOrd="0" destOrd="0" presId="urn:microsoft.com/office/officeart/2005/8/layout/vList5"/>
    <dgm:cxn modelId="{CE2ACDDE-1677-4787-A55B-DF6B24A4A3E5}" type="presOf" srcId="{C3C63ACE-EE8A-425F-9F5B-667389B61037}" destId="{4704A328-69BC-4C0B-9BA5-FFB7234F7692}" srcOrd="0" destOrd="0" presId="urn:microsoft.com/office/officeart/2005/8/layout/vList5"/>
    <dgm:cxn modelId="{3304E8F9-BA83-4B83-9004-04057BFFC1A3}" srcId="{A8655665-6D66-4CF7-9B4E-4802C3B0E168}" destId="{F957823A-E935-4C81-92D8-359DD3F2B6CE}" srcOrd="1" destOrd="0" parTransId="{DA9E46C3-DB48-46C8-9D2B-EC9AD002B725}" sibTransId="{CE4A1D86-933A-4496-A399-950A8B176B5E}"/>
    <dgm:cxn modelId="{B44C3ED1-A49E-4570-B68C-7767D6D8DD42}" type="presParOf" srcId="{56BFC3AC-E513-4C50-A50F-5BD8AA0492BE}" destId="{DA41AA3F-800C-4762-9112-A47F1F6FBCEE}" srcOrd="0" destOrd="0" presId="urn:microsoft.com/office/officeart/2005/8/layout/vList5"/>
    <dgm:cxn modelId="{F374E86C-E5A3-4876-8A9A-4CB8476125BA}" type="presParOf" srcId="{DA41AA3F-800C-4762-9112-A47F1F6FBCEE}" destId="{F01221B2-7479-49C6-BCA7-B11F37D95A89}" srcOrd="0" destOrd="0" presId="urn:microsoft.com/office/officeart/2005/8/layout/vList5"/>
    <dgm:cxn modelId="{4EE54E16-F8C6-4898-A5FA-6C0193754B9A}" type="presParOf" srcId="{DA41AA3F-800C-4762-9112-A47F1F6FBCEE}" destId="{A7926AA9-B6BE-4E3B-AA80-47A12F183464}" srcOrd="1" destOrd="0" presId="urn:microsoft.com/office/officeart/2005/8/layout/vList5"/>
    <dgm:cxn modelId="{D89394D3-92E3-46FA-9576-18C8B851C4A5}" type="presParOf" srcId="{56BFC3AC-E513-4C50-A50F-5BD8AA0492BE}" destId="{C4CFD364-B89A-47C6-B9F0-AFE69E3E0926}" srcOrd="1" destOrd="0" presId="urn:microsoft.com/office/officeart/2005/8/layout/vList5"/>
    <dgm:cxn modelId="{B64EF4AA-429E-462F-8BF8-3FAC20A0BCE5}" type="presParOf" srcId="{56BFC3AC-E513-4C50-A50F-5BD8AA0492BE}" destId="{68A6039A-5302-4268-B437-97FDF3200321}" srcOrd="2" destOrd="0" presId="urn:microsoft.com/office/officeart/2005/8/layout/vList5"/>
    <dgm:cxn modelId="{70095EAA-B44B-4A4D-B652-12662532CCE9}" type="presParOf" srcId="{68A6039A-5302-4268-B437-97FDF3200321}" destId="{C2484C69-187C-4574-8189-77E48AFC4B77}" srcOrd="0" destOrd="0" presId="urn:microsoft.com/office/officeart/2005/8/layout/vList5"/>
    <dgm:cxn modelId="{644BBB3E-C2B9-46BA-88B5-8ED5CDB42EDD}" type="presParOf" srcId="{68A6039A-5302-4268-B437-97FDF3200321}" destId="{4704A328-69BC-4C0B-9BA5-FFB7234F7692}" srcOrd="1" destOrd="0" presId="urn:microsoft.com/office/officeart/2005/8/layout/vList5"/>
    <dgm:cxn modelId="{4B995DE0-E4B4-4B9A-8DB9-93032990844D}" type="presParOf" srcId="{56BFC3AC-E513-4C50-A50F-5BD8AA0492BE}" destId="{FC69222F-A853-4A23-9FB2-28337697ED63}" srcOrd="3" destOrd="0" presId="urn:microsoft.com/office/officeart/2005/8/layout/vList5"/>
    <dgm:cxn modelId="{FDC3E3D8-0D85-495B-9A70-482EBE3FCE1F}" type="presParOf" srcId="{56BFC3AC-E513-4C50-A50F-5BD8AA0492BE}" destId="{AA043B87-7405-41EB-9A71-5B0A9FB1C769}" srcOrd="4" destOrd="0" presId="urn:microsoft.com/office/officeart/2005/8/layout/vList5"/>
    <dgm:cxn modelId="{8BE6500A-0E28-4C81-97A4-A770FDCC2FB3}" type="presParOf" srcId="{AA043B87-7405-41EB-9A71-5B0A9FB1C769}" destId="{D60CA958-7046-4299-83B9-2AA1210A6A23}" srcOrd="0" destOrd="0" presId="urn:microsoft.com/office/officeart/2005/8/layout/vList5"/>
    <dgm:cxn modelId="{F3FAF8A6-D84F-4E62-AD89-D672F1022C90}" type="presParOf" srcId="{AA043B87-7405-41EB-9A71-5B0A9FB1C769}" destId="{2DC073F6-BC6E-45E7-82A3-EEAF21CDD2C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D7E8F8F-C326-4CFA-942B-90E16472830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C1DF769-8DCE-4014-BBB1-C1E3A1D27946}">
      <dgm:prSet phldrT="[Text]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en-IN" sz="2000" b="1" dirty="0">
              <a:solidFill>
                <a:schemeClr val="tx1"/>
              </a:solidFill>
            </a:rPr>
            <a:t>Feature Reduction</a:t>
          </a:r>
          <a:endParaRPr lang="en-IN" sz="2000" dirty="0">
            <a:solidFill>
              <a:schemeClr val="tx1"/>
            </a:solidFill>
          </a:endParaRPr>
        </a:p>
      </dgm:t>
    </dgm:pt>
    <dgm:pt modelId="{1BBA6A99-E317-416D-AD72-776D28A45673}" type="parTrans" cxnId="{80B31F56-1C7E-4210-B9C7-64F1B79AB840}">
      <dgm:prSet/>
      <dgm:spPr/>
      <dgm:t>
        <a:bodyPr/>
        <a:lstStyle/>
        <a:p>
          <a:endParaRPr lang="en-IN"/>
        </a:p>
      </dgm:t>
    </dgm:pt>
    <dgm:pt modelId="{73EB5C2B-3C82-49EF-9CE4-6DC20A23E028}" type="sibTrans" cxnId="{80B31F56-1C7E-4210-B9C7-64F1B79AB840}">
      <dgm:prSet/>
      <dgm:spPr/>
      <dgm:t>
        <a:bodyPr/>
        <a:lstStyle/>
        <a:p>
          <a:endParaRPr lang="en-IN"/>
        </a:p>
      </dgm:t>
    </dgm:pt>
    <dgm:pt modelId="{EF1DECB0-418B-4C3D-BA53-414316E86FE5}">
      <dgm:prSet phldrT="[Text]" custT="1"/>
      <dgm:spPr/>
      <dgm:t>
        <a:bodyPr/>
        <a:lstStyle/>
        <a:p>
          <a:pPr>
            <a:buNone/>
          </a:pPr>
          <a:r>
            <a:rPr lang="en-US" sz="1800" dirty="0"/>
            <a:t>PCA dimensionality reduction to 8 principal components</a:t>
          </a:r>
          <a:endParaRPr lang="en-IN" sz="1800" dirty="0"/>
        </a:p>
      </dgm:t>
    </dgm:pt>
    <dgm:pt modelId="{2D01F9E4-E717-40A4-B6EC-6BEF79AD22DC}" type="parTrans" cxnId="{60BBA024-D3E8-4634-95DB-A9BC54D978B7}">
      <dgm:prSet/>
      <dgm:spPr/>
      <dgm:t>
        <a:bodyPr/>
        <a:lstStyle/>
        <a:p>
          <a:endParaRPr lang="en-IN"/>
        </a:p>
      </dgm:t>
    </dgm:pt>
    <dgm:pt modelId="{4C571FA5-7C51-4AAA-95C2-D55C641AD0B3}" type="sibTrans" cxnId="{60BBA024-D3E8-4634-95DB-A9BC54D978B7}">
      <dgm:prSet/>
      <dgm:spPr/>
      <dgm:t>
        <a:bodyPr/>
        <a:lstStyle/>
        <a:p>
          <a:endParaRPr lang="en-IN"/>
        </a:p>
      </dgm:t>
    </dgm:pt>
    <dgm:pt modelId="{2ED10397-D05B-49B3-B61C-9A142131A69D}">
      <dgm:prSet phldrT="[Text]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en-IN" sz="2000" b="1" dirty="0">
              <a:solidFill>
                <a:schemeClr val="tx1"/>
              </a:solidFill>
            </a:rPr>
            <a:t>Quantum Encoding</a:t>
          </a:r>
          <a:endParaRPr lang="en-IN" sz="2000" dirty="0">
            <a:solidFill>
              <a:schemeClr val="tx1"/>
            </a:solidFill>
          </a:endParaRPr>
        </a:p>
      </dgm:t>
    </dgm:pt>
    <dgm:pt modelId="{0A72E086-A4D0-4004-BCD8-A2EE529C740C}" type="parTrans" cxnId="{DE44853C-0EB4-4035-9D75-44911DE878C2}">
      <dgm:prSet/>
      <dgm:spPr/>
      <dgm:t>
        <a:bodyPr/>
        <a:lstStyle/>
        <a:p>
          <a:endParaRPr lang="en-IN"/>
        </a:p>
      </dgm:t>
    </dgm:pt>
    <dgm:pt modelId="{882F490B-2F88-4539-9413-8D604E7756FB}" type="sibTrans" cxnId="{DE44853C-0EB4-4035-9D75-44911DE878C2}">
      <dgm:prSet/>
      <dgm:spPr/>
      <dgm:t>
        <a:bodyPr/>
        <a:lstStyle/>
        <a:p>
          <a:endParaRPr lang="en-IN"/>
        </a:p>
      </dgm:t>
    </dgm:pt>
    <dgm:pt modelId="{12B33299-5F65-431F-8CF6-94016E3FE6DA}">
      <dgm:prSet phldrT="[Text]" custT="1"/>
      <dgm:spPr/>
      <dgm:t>
        <a:bodyPr/>
        <a:lstStyle/>
        <a:p>
          <a:pPr>
            <a:buNone/>
          </a:pPr>
          <a:r>
            <a:rPr lang="en-IN" sz="1800" dirty="0"/>
            <a:t>8 components mapped to 8-qubit quantum circuit</a:t>
          </a:r>
        </a:p>
      </dgm:t>
    </dgm:pt>
    <dgm:pt modelId="{D89F53A2-5D13-45F8-BCC8-7CCE8FBCC5FD}" type="parTrans" cxnId="{77F2C3BB-04F5-4B51-BEF0-C86A996BD2A4}">
      <dgm:prSet/>
      <dgm:spPr/>
      <dgm:t>
        <a:bodyPr/>
        <a:lstStyle/>
        <a:p>
          <a:endParaRPr lang="en-IN"/>
        </a:p>
      </dgm:t>
    </dgm:pt>
    <dgm:pt modelId="{70C171B8-36E3-4CA7-8C24-F856250ECA3E}" type="sibTrans" cxnId="{77F2C3BB-04F5-4B51-BEF0-C86A996BD2A4}">
      <dgm:prSet/>
      <dgm:spPr/>
      <dgm:t>
        <a:bodyPr/>
        <a:lstStyle/>
        <a:p>
          <a:endParaRPr lang="en-IN"/>
        </a:p>
      </dgm:t>
    </dgm:pt>
    <dgm:pt modelId="{2D512059-3BD9-40BA-A4E1-3EFFD382D4DA}">
      <dgm:prSet phldrT="[Text]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en-IN" sz="2000" b="1" dirty="0">
              <a:solidFill>
                <a:schemeClr val="tx1"/>
              </a:solidFill>
            </a:rPr>
            <a:t>VQC Training</a:t>
          </a:r>
          <a:endParaRPr lang="en-IN" sz="2000" dirty="0">
            <a:solidFill>
              <a:schemeClr val="tx1"/>
            </a:solidFill>
          </a:endParaRPr>
        </a:p>
      </dgm:t>
    </dgm:pt>
    <dgm:pt modelId="{F185BF78-7A05-42A0-8951-B0271A8BA53D}" type="parTrans" cxnId="{7D2F0330-966A-432B-B326-CCA52F7C38FE}">
      <dgm:prSet/>
      <dgm:spPr/>
      <dgm:t>
        <a:bodyPr/>
        <a:lstStyle/>
        <a:p>
          <a:endParaRPr lang="en-IN"/>
        </a:p>
      </dgm:t>
    </dgm:pt>
    <dgm:pt modelId="{C973CC10-85F5-45F0-BE7E-93EEF9924A57}" type="sibTrans" cxnId="{7D2F0330-966A-432B-B326-CCA52F7C38FE}">
      <dgm:prSet/>
      <dgm:spPr/>
      <dgm:t>
        <a:bodyPr/>
        <a:lstStyle/>
        <a:p>
          <a:endParaRPr lang="en-IN"/>
        </a:p>
      </dgm:t>
    </dgm:pt>
    <dgm:pt modelId="{5DF82202-4247-42E6-9E85-9BA6605D4265}">
      <dgm:prSet phldrT="[Text]" custT="1"/>
      <dgm:spPr/>
      <dgm:t>
        <a:bodyPr/>
        <a:lstStyle/>
        <a:p>
          <a:pPr>
            <a:buNone/>
          </a:pPr>
          <a:r>
            <a:rPr lang="en-US" sz="1800" dirty="0"/>
            <a:t>Variational Quantum Classifier built using </a:t>
          </a:r>
          <a:r>
            <a:rPr lang="en-US" sz="1800" dirty="0" err="1"/>
            <a:t>Qiskit</a:t>
          </a:r>
          <a:r>
            <a:rPr lang="en-US" sz="1800" dirty="0"/>
            <a:t> framework</a:t>
          </a:r>
          <a:endParaRPr lang="en-IN" sz="1800" dirty="0"/>
        </a:p>
      </dgm:t>
    </dgm:pt>
    <dgm:pt modelId="{32DE2DF3-2E71-4D48-BFD4-1935383B70C2}" type="parTrans" cxnId="{B2F3B6FF-9E27-4039-A76F-0A46901B700F}">
      <dgm:prSet/>
      <dgm:spPr/>
      <dgm:t>
        <a:bodyPr/>
        <a:lstStyle/>
        <a:p>
          <a:endParaRPr lang="en-IN"/>
        </a:p>
      </dgm:t>
    </dgm:pt>
    <dgm:pt modelId="{44DCBED3-945A-4842-BCA1-D7C7CF669323}" type="sibTrans" cxnId="{B2F3B6FF-9E27-4039-A76F-0A46901B700F}">
      <dgm:prSet/>
      <dgm:spPr/>
      <dgm:t>
        <a:bodyPr/>
        <a:lstStyle/>
        <a:p>
          <a:endParaRPr lang="en-IN"/>
        </a:p>
      </dgm:t>
    </dgm:pt>
    <dgm:pt modelId="{8D7317F3-0574-4C8A-9654-64E7BEFD1D46}" type="pres">
      <dgm:prSet presAssocID="{1D7E8F8F-C326-4CFA-942B-90E164728309}" presName="linear" presStyleCnt="0">
        <dgm:presLayoutVars>
          <dgm:dir/>
          <dgm:animLvl val="lvl"/>
          <dgm:resizeHandles val="exact"/>
        </dgm:presLayoutVars>
      </dgm:prSet>
      <dgm:spPr/>
    </dgm:pt>
    <dgm:pt modelId="{1C8B2691-4200-4BBE-8828-FC348C509046}" type="pres">
      <dgm:prSet presAssocID="{9C1DF769-8DCE-4014-BBB1-C1E3A1D27946}" presName="parentLin" presStyleCnt="0"/>
      <dgm:spPr/>
    </dgm:pt>
    <dgm:pt modelId="{F7A80208-EA39-4D19-AB68-4B9890DFF23D}" type="pres">
      <dgm:prSet presAssocID="{9C1DF769-8DCE-4014-BBB1-C1E3A1D27946}" presName="parentLeftMargin" presStyleLbl="node1" presStyleIdx="0" presStyleCnt="3"/>
      <dgm:spPr/>
    </dgm:pt>
    <dgm:pt modelId="{F2796856-9F4A-4BAF-B540-CF26A3553552}" type="pres">
      <dgm:prSet presAssocID="{9C1DF769-8DCE-4014-BBB1-C1E3A1D2794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C52570-CBF7-43BB-809F-94719F846289}" type="pres">
      <dgm:prSet presAssocID="{9C1DF769-8DCE-4014-BBB1-C1E3A1D27946}" presName="negativeSpace" presStyleCnt="0"/>
      <dgm:spPr/>
    </dgm:pt>
    <dgm:pt modelId="{21226A39-BA72-4DDE-A194-437BD33A28FA}" type="pres">
      <dgm:prSet presAssocID="{9C1DF769-8DCE-4014-BBB1-C1E3A1D27946}" presName="childText" presStyleLbl="conFgAcc1" presStyleIdx="0" presStyleCnt="3">
        <dgm:presLayoutVars>
          <dgm:bulletEnabled val="1"/>
        </dgm:presLayoutVars>
      </dgm:prSet>
      <dgm:spPr/>
    </dgm:pt>
    <dgm:pt modelId="{2A788EC2-2FE4-4AB3-BE85-F8B56D2C5643}" type="pres">
      <dgm:prSet presAssocID="{73EB5C2B-3C82-49EF-9CE4-6DC20A23E028}" presName="spaceBetweenRectangles" presStyleCnt="0"/>
      <dgm:spPr/>
    </dgm:pt>
    <dgm:pt modelId="{D577C796-2C5D-4D4F-B25E-B018CF0B45F8}" type="pres">
      <dgm:prSet presAssocID="{2ED10397-D05B-49B3-B61C-9A142131A69D}" presName="parentLin" presStyleCnt="0"/>
      <dgm:spPr/>
    </dgm:pt>
    <dgm:pt modelId="{0DEE5A68-DE4A-4FA5-B19A-C025569695E5}" type="pres">
      <dgm:prSet presAssocID="{2ED10397-D05B-49B3-B61C-9A142131A69D}" presName="parentLeftMargin" presStyleLbl="node1" presStyleIdx="0" presStyleCnt="3"/>
      <dgm:spPr/>
    </dgm:pt>
    <dgm:pt modelId="{2AB3176D-7F00-46BD-87CC-84F6912429A2}" type="pres">
      <dgm:prSet presAssocID="{2ED10397-D05B-49B3-B61C-9A142131A69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09C8C55-AE00-4138-B0E8-232122178364}" type="pres">
      <dgm:prSet presAssocID="{2ED10397-D05B-49B3-B61C-9A142131A69D}" presName="negativeSpace" presStyleCnt="0"/>
      <dgm:spPr/>
    </dgm:pt>
    <dgm:pt modelId="{10066454-4BA4-4B1F-9EEB-E88CBDD851EF}" type="pres">
      <dgm:prSet presAssocID="{2ED10397-D05B-49B3-B61C-9A142131A69D}" presName="childText" presStyleLbl="conFgAcc1" presStyleIdx="1" presStyleCnt="3">
        <dgm:presLayoutVars>
          <dgm:bulletEnabled val="1"/>
        </dgm:presLayoutVars>
      </dgm:prSet>
      <dgm:spPr/>
    </dgm:pt>
    <dgm:pt modelId="{28D72EC6-5919-4F2D-A218-0516C634EC1A}" type="pres">
      <dgm:prSet presAssocID="{882F490B-2F88-4539-9413-8D604E7756FB}" presName="spaceBetweenRectangles" presStyleCnt="0"/>
      <dgm:spPr/>
    </dgm:pt>
    <dgm:pt modelId="{C2B6688B-C0AD-48BB-A914-6BFACEA36AF9}" type="pres">
      <dgm:prSet presAssocID="{2D512059-3BD9-40BA-A4E1-3EFFD382D4DA}" presName="parentLin" presStyleCnt="0"/>
      <dgm:spPr/>
    </dgm:pt>
    <dgm:pt modelId="{183CEDE3-CD95-4242-A76E-A7DD9DB01FD0}" type="pres">
      <dgm:prSet presAssocID="{2D512059-3BD9-40BA-A4E1-3EFFD382D4DA}" presName="parentLeftMargin" presStyleLbl="node1" presStyleIdx="1" presStyleCnt="3"/>
      <dgm:spPr/>
    </dgm:pt>
    <dgm:pt modelId="{8780459C-27A6-49B0-8F61-52C6B1E4ABA7}" type="pres">
      <dgm:prSet presAssocID="{2D512059-3BD9-40BA-A4E1-3EFFD382D4D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CE97369-CFB2-409C-B7B3-9102EAF8B85C}" type="pres">
      <dgm:prSet presAssocID="{2D512059-3BD9-40BA-A4E1-3EFFD382D4DA}" presName="negativeSpace" presStyleCnt="0"/>
      <dgm:spPr/>
    </dgm:pt>
    <dgm:pt modelId="{FADCFD1E-ADD3-4DA9-9D9F-A236BDABA9D2}" type="pres">
      <dgm:prSet presAssocID="{2D512059-3BD9-40BA-A4E1-3EFFD382D4D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A244B15-AED1-4230-BBA4-A90317781635}" type="presOf" srcId="{1D7E8F8F-C326-4CFA-942B-90E164728309}" destId="{8D7317F3-0574-4C8A-9654-64E7BEFD1D46}" srcOrd="0" destOrd="0" presId="urn:microsoft.com/office/officeart/2005/8/layout/list1"/>
    <dgm:cxn modelId="{60BBA024-D3E8-4634-95DB-A9BC54D978B7}" srcId="{9C1DF769-8DCE-4014-BBB1-C1E3A1D27946}" destId="{EF1DECB0-418B-4C3D-BA53-414316E86FE5}" srcOrd="0" destOrd="0" parTransId="{2D01F9E4-E717-40A4-B6EC-6BEF79AD22DC}" sibTransId="{4C571FA5-7C51-4AAA-95C2-D55C641AD0B3}"/>
    <dgm:cxn modelId="{7D2F0330-966A-432B-B326-CCA52F7C38FE}" srcId="{1D7E8F8F-C326-4CFA-942B-90E164728309}" destId="{2D512059-3BD9-40BA-A4E1-3EFFD382D4DA}" srcOrd="2" destOrd="0" parTransId="{F185BF78-7A05-42A0-8951-B0271A8BA53D}" sibTransId="{C973CC10-85F5-45F0-BE7E-93EEF9924A57}"/>
    <dgm:cxn modelId="{31C9D330-9043-482A-B8F4-53D2F82987D0}" type="presOf" srcId="{2ED10397-D05B-49B3-B61C-9A142131A69D}" destId="{0DEE5A68-DE4A-4FA5-B19A-C025569695E5}" srcOrd="0" destOrd="0" presId="urn:microsoft.com/office/officeart/2005/8/layout/list1"/>
    <dgm:cxn modelId="{DE44853C-0EB4-4035-9D75-44911DE878C2}" srcId="{1D7E8F8F-C326-4CFA-942B-90E164728309}" destId="{2ED10397-D05B-49B3-B61C-9A142131A69D}" srcOrd="1" destOrd="0" parTransId="{0A72E086-A4D0-4004-BCD8-A2EE529C740C}" sibTransId="{882F490B-2F88-4539-9413-8D604E7756FB}"/>
    <dgm:cxn modelId="{3189C347-D974-4F90-895E-8728B059CBA9}" type="presOf" srcId="{12B33299-5F65-431F-8CF6-94016E3FE6DA}" destId="{10066454-4BA4-4B1F-9EEB-E88CBDD851EF}" srcOrd="0" destOrd="0" presId="urn:microsoft.com/office/officeart/2005/8/layout/list1"/>
    <dgm:cxn modelId="{819B676E-9A0B-443D-8C7F-3C2C787A4A4F}" type="presOf" srcId="{EF1DECB0-418B-4C3D-BA53-414316E86FE5}" destId="{21226A39-BA72-4DDE-A194-437BD33A28FA}" srcOrd="0" destOrd="0" presId="urn:microsoft.com/office/officeart/2005/8/layout/list1"/>
    <dgm:cxn modelId="{80B31F56-1C7E-4210-B9C7-64F1B79AB840}" srcId="{1D7E8F8F-C326-4CFA-942B-90E164728309}" destId="{9C1DF769-8DCE-4014-BBB1-C1E3A1D27946}" srcOrd="0" destOrd="0" parTransId="{1BBA6A99-E317-416D-AD72-776D28A45673}" sibTransId="{73EB5C2B-3C82-49EF-9CE4-6DC20A23E028}"/>
    <dgm:cxn modelId="{10728677-1DEA-4082-AD58-F6C72559BA21}" type="presOf" srcId="{2D512059-3BD9-40BA-A4E1-3EFFD382D4DA}" destId="{8780459C-27A6-49B0-8F61-52C6B1E4ABA7}" srcOrd="1" destOrd="0" presId="urn:microsoft.com/office/officeart/2005/8/layout/list1"/>
    <dgm:cxn modelId="{B6EFCF7B-A0BF-4BC8-98B9-86F384E1078D}" type="presOf" srcId="{2ED10397-D05B-49B3-B61C-9A142131A69D}" destId="{2AB3176D-7F00-46BD-87CC-84F6912429A2}" srcOrd="1" destOrd="0" presId="urn:microsoft.com/office/officeart/2005/8/layout/list1"/>
    <dgm:cxn modelId="{EB4A2496-31D6-4C76-BA7B-288DC3ED5C69}" type="presOf" srcId="{5DF82202-4247-42E6-9E85-9BA6605D4265}" destId="{FADCFD1E-ADD3-4DA9-9D9F-A236BDABA9D2}" srcOrd="0" destOrd="0" presId="urn:microsoft.com/office/officeart/2005/8/layout/list1"/>
    <dgm:cxn modelId="{B42566A6-9814-41F4-8D95-EAE2F57C5F36}" type="presOf" srcId="{9C1DF769-8DCE-4014-BBB1-C1E3A1D27946}" destId="{F7A80208-EA39-4D19-AB68-4B9890DFF23D}" srcOrd="0" destOrd="0" presId="urn:microsoft.com/office/officeart/2005/8/layout/list1"/>
    <dgm:cxn modelId="{77F2C3BB-04F5-4B51-BEF0-C86A996BD2A4}" srcId="{2ED10397-D05B-49B3-B61C-9A142131A69D}" destId="{12B33299-5F65-431F-8CF6-94016E3FE6DA}" srcOrd="0" destOrd="0" parTransId="{D89F53A2-5D13-45F8-BCC8-7CCE8FBCC5FD}" sibTransId="{70C171B8-36E3-4CA7-8C24-F856250ECA3E}"/>
    <dgm:cxn modelId="{0CCF21D1-A9B5-42DC-BFDE-37A7DAC7A113}" type="presOf" srcId="{2D512059-3BD9-40BA-A4E1-3EFFD382D4DA}" destId="{183CEDE3-CD95-4242-A76E-A7DD9DB01FD0}" srcOrd="0" destOrd="0" presId="urn:microsoft.com/office/officeart/2005/8/layout/list1"/>
    <dgm:cxn modelId="{CD9F62D5-C378-48F2-8CC9-57AD2FCD311D}" type="presOf" srcId="{9C1DF769-8DCE-4014-BBB1-C1E3A1D27946}" destId="{F2796856-9F4A-4BAF-B540-CF26A3553552}" srcOrd="1" destOrd="0" presId="urn:microsoft.com/office/officeart/2005/8/layout/list1"/>
    <dgm:cxn modelId="{B2F3B6FF-9E27-4039-A76F-0A46901B700F}" srcId="{2D512059-3BD9-40BA-A4E1-3EFFD382D4DA}" destId="{5DF82202-4247-42E6-9E85-9BA6605D4265}" srcOrd="0" destOrd="0" parTransId="{32DE2DF3-2E71-4D48-BFD4-1935383B70C2}" sibTransId="{44DCBED3-945A-4842-BCA1-D7C7CF669323}"/>
    <dgm:cxn modelId="{12FE1C67-2F89-42F3-B8D6-48184ECFF5D6}" type="presParOf" srcId="{8D7317F3-0574-4C8A-9654-64E7BEFD1D46}" destId="{1C8B2691-4200-4BBE-8828-FC348C509046}" srcOrd="0" destOrd="0" presId="urn:microsoft.com/office/officeart/2005/8/layout/list1"/>
    <dgm:cxn modelId="{3AB8801C-49E2-44DF-9403-1AE9AFB40E5E}" type="presParOf" srcId="{1C8B2691-4200-4BBE-8828-FC348C509046}" destId="{F7A80208-EA39-4D19-AB68-4B9890DFF23D}" srcOrd="0" destOrd="0" presId="urn:microsoft.com/office/officeart/2005/8/layout/list1"/>
    <dgm:cxn modelId="{263B8C55-B911-49AC-91F4-543F22F1DACA}" type="presParOf" srcId="{1C8B2691-4200-4BBE-8828-FC348C509046}" destId="{F2796856-9F4A-4BAF-B540-CF26A3553552}" srcOrd="1" destOrd="0" presId="urn:microsoft.com/office/officeart/2005/8/layout/list1"/>
    <dgm:cxn modelId="{4F48B035-03F8-41C8-9C16-2D96F2AD8C4A}" type="presParOf" srcId="{8D7317F3-0574-4C8A-9654-64E7BEFD1D46}" destId="{CCC52570-CBF7-43BB-809F-94719F846289}" srcOrd="1" destOrd="0" presId="urn:microsoft.com/office/officeart/2005/8/layout/list1"/>
    <dgm:cxn modelId="{E07C5B08-A97B-4847-95B2-0827E1829FEA}" type="presParOf" srcId="{8D7317F3-0574-4C8A-9654-64E7BEFD1D46}" destId="{21226A39-BA72-4DDE-A194-437BD33A28FA}" srcOrd="2" destOrd="0" presId="urn:microsoft.com/office/officeart/2005/8/layout/list1"/>
    <dgm:cxn modelId="{4201C851-4CA7-4334-A741-4FC8E4663C6E}" type="presParOf" srcId="{8D7317F3-0574-4C8A-9654-64E7BEFD1D46}" destId="{2A788EC2-2FE4-4AB3-BE85-F8B56D2C5643}" srcOrd="3" destOrd="0" presId="urn:microsoft.com/office/officeart/2005/8/layout/list1"/>
    <dgm:cxn modelId="{E8A12C76-41DC-4B6C-B976-BC76858B5DBA}" type="presParOf" srcId="{8D7317F3-0574-4C8A-9654-64E7BEFD1D46}" destId="{D577C796-2C5D-4D4F-B25E-B018CF0B45F8}" srcOrd="4" destOrd="0" presId="urn:microsoft.com/office/officeart/2005/8/layout/list1"/>
    <dgm:cxn modelId="{6AD4F75C-D671-4906-83DE-90C3CB7AE827}" type="presParOf" srcId="{D577C796-2C5D-4D4F-B25E-B018CF0B45F8}" destId="{0DEE5A68-DE4A-4FA5-B19A-C025569695E5}" srcOrd="0" destOrd="0" presId="urn:microsoft.com/office/officeart/2005/8/layout/list1"/>
    <dgm:cxn modelId="{F50094F6-5E22-4693-AE9C-83D18B6B8C89}" type="presParOf" srcId="{D577C796-2C5D-4D4F-B25E-B018CF0B45F8}" destId="{2AB3176D-7F00-46BD-87CC-84F6912429A2}" srcOrd="1" destOrd="0" presId="urn:microsoft.com/office/officeart/2005/8/layout/list1"/>
    <dgm:cxn modelId="{6436CA5F-8466-4D8E-A851-230F4CCD96E7}" type="presParOf" srcId="{8D7317F3-0574-4C8A-9654-64E7BEFD1D46}" destId="{909C8C55-AE00-4138-B0E8-232122178364}" srcOrd="5" destOrd="0" presId="urn:microsoft.com/office/officeart/2005/8/layout/list1"/>
    <dgm:cxn modelId="{C1DFC914-B3B1-490F-9C7F-E57E0D2C9343}" type="presParOf" srcId="{8D7317F3-0574-4C8A-9654-64E7BEFD1D46}" destId="{10066454-4BA4-4B1F-9EEB-E88CBDD851EF}" srcOrd="6" destOrd="0" presId="urn:microsoft.com/office/officeart/2005/8/layout/list1"/>
    <dgm:cxn modelId="{E5FE231E-67FC-4E4B-BB2C-CC3233D8B897}" type="presParOf" srcId="{8D7317F3-0574-4C8A-9654-64E7BEFD1D46}" destId="{28D72EC6-5919-4F2D-A218-0516C634EC1A}" srcOrd="7" destOrd="0" presId="urn:microsoft.com/office/officeart/2005/8/layout/list1"/>
    <dgm:cxn modelId="{9625B1FD-690D-495E-9009-9942BE6AD608}" type="presParOf" srcId="{8D7317F3-0574-4C8A-9654-64E7BEFD1D46}" destId="{C2B6688B-C0AD-48BB-A914-6BFACEA36AF9}" srcOrd="8" destOrd="0" presId="urn:microsoft.com/office/officeart/2005/8/layout/list1"/>
    <dgm:cxn modelId="{7A7BEA34-E1D8-4971-8063-D694C1287D3B}" type="presParOf" srcId="{C2B6688B-C0AD-48BB-A914-6BFACEA36AF9}" destId="{183CEDE3-CD95-4242-A76E-A7DD9DB01FD0}" srcOrd="0" destOrd="0" presId="urn:microsoft.com/office/officeart/2005/8/layout/list1"/>
    <dgm:cxn modelId="{1DEE0C05-BFA3-4364-83D2-998AE71C8238}" type="presParOf" srcId="{C2B6688B-C0AD-48BB-A914-6BFACEA36AF9}" destId="{8780459C-27A6-49B0-8F61-52C6B1E4ABA7}" srcOrd="1" destOrd="0" presId="urn:microsoft.com/office/officeart/2005/8/layout/list1"/>
    <dgm:cxn modelId="{23229D94-8A39-4EC8-ABFB-F75DE04A210A}" type="presParOf" srcId="{8D7317F3-0574-4C8A-9654-64E7BEFD1D46}" destId="{7CE97369-CFB2-409C-B7B3-9102EAF8B85C}" srcOrd="9" destOrd="0" presId="urn:microsoft.com/office/officeart/2005/8/layout/list1"/>
    <dgm:cxn modelId="{E54DF9C8-C68B-41C2-85AD-0C0E949BCA10}" type="presParOf" srcId="{8D7317F3-0574-4C8A-9654-64E7BEFD1D46}" destId="{FADCFD1E-ADD3-4DA9-9D9F-A236BDABA9D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D7E8F8F-C326-4CFA-942B-90E164728309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C1DF769-8DCE-4014-BBB1-C1E3A1D27946}">
      <dgm:prSet phldrT="[Text]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en-IN" b="1" dirty="0">
              <a:solidFill>
                <a:schemeClr val="tx1"/>
              </a:solidFill>
            </a:rPr>
            <a:t>Data Preprocessing</a:t>
          </a:r>
          <a:endParaRPr lang="en-IN" dirty="0">
            <a:solidFill>
              <a:schemeClr val="tx1"/>
            </a:solidFill>
          </a:endParaRPr>
        </a:p>
      </dgm:t>
    </dgm:pt>
    <dgm:pt modelId="{1BBA6A99-E317-416D-AD72-776D28A45673}" type="parTrans" cxnId="{80B31F56-1C7E-4210-B9C7-64F1B79AB840}">
      <dgm:prSet/>
      <dgm:spPr/>
      <dgm:t>
        <a:bodyPr/>
        <a:lstStyle/>
        <a:p>
          <a:endParaRPr lang="en-IN"/>
        </a:p>
      </dgm:t>
    </dgm:pt>
    <dgm:pt modelId="{73EB5C2B-3C82-49EF-9CE4-6DC20A23E028}" type="sibTrans" cxnId="{80B31F56-1C7E-4210-B9C7-64F1B79AB840}">
      <dgm:prSet/>
      <dgm:spPr/>
      <dgm:t>
        <a:bodyPr/>
        <a:lstStyle/>
        <a:p>
          <a:endParaRPr lang="en-IN"/>
        </a:p>
      </dgm:t>
    </dgm:pt>
    <dgm:pt modelId="{EF1DECB0-418B-4C3D-BA53-414316E86FE5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Image normalization, noise reduction, and feature extraction from real handwritten samples.</a:t>
          </a:r>
          <a:endParaRPr lang="en-IN" sz="1800" dirty="0"/>
        </a:p>
      </dgm:t>
    </dgm:pt>
    <dgm:pt modelId="{2D01F9E4-E717-40A4-B6EC-6BEF79AD22DC}" type="parTrans" cxnId="{60BBA024-D3E8-4634-95DB-A9BC54D978B7}">
      <dgm:prSet/>
      <dgm:spPr/>
      <dgm:t>
        <a:bodyPr/>
        <a:lstStyle/>
        <a:p>
          <a:endParaRPr lang="en-IN"/>
        </a:p>
      </dgm:t>
    </dgm:pt>
    <dgm:pt modelId="{4C571FA5-7C51-4AAA-95C2-D55C641AD0B3}" type="sibTrans" cxnId="{60BBA024-D3E8-4634-95DB-A9BC54D978B7}">
      <dgm:prSet/>
      <dgm:spPr/>
      <dgm:t>
        <a:bodyPr/>
        <a:lstStyle/>
        <a:p>
          <a:endParaRPr lang="en-IN"/>
        </a:p>
      </dgm:t>
    </dgm:pt>
    <dgm:pt modelId="{2ED10397-D05B-49B3-B61C-9A142131A69D}">
      <dgm:prSet phldrT="[Text]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en-IN" sz="1400" b="1" dirty="0">
              <a:solidFill>
                <a:schemeClr val="tx1"/>
              </a:solidFill>
            </a:rPr>
            <a:t>Emotion Augmentation</a:t>
          </a:r>
          <a:endParaRPr lang="en-IN" sz="1400" dirty="0">
            <a:solidFill>
              <a:schemeClr val="tx1"/>
            </a:solidFill>
          </a:endParaRPr>
        </a:p>
      </dgm:t>
    </dgm:pt>
    <dgm:pt modelId="{0A72E086-A4D0-4004-BCD8-A2EE529C740C}" type="parTrans" cxnId="{DE44853C-0EB4-4035-9D75-44911DE878C2}">
      <dgm:prSet/>
      <dgm:spPr/>
      <dgm:t>
        <a:bodyPr/>
        <a:lstStyle/>
        <a:p>
          <a:endParaRPr lang="en-IN"/>
        </a:p>
      </dgm:t>
    </dgm:pt>
    <dgm:pt modelId="{882F490B-2F88-4539-9413-8D604E7756FB}" type="sibTrans" cxnId="{DE44853C-0EB4-4035-9D75-44911DE878C2}">
      <dgm:prSet/>
      <dgm:spPr/>
      <dgm:t>
        <a:bodyPr/>
        <a:lstStyle/>
        <a:p>
          <a:endParaRPr lang="en-IN"/>
        </a:p>
      </dgm:t>
    </dgm:pt>
    <dgm:pt modelId="{12B33299-5F65-431F-8CF6-94016E3FE6DA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800" dirty="0"/>
            <a:t>Dataset enhancement with four emotional states labels and variations.</a:t>
          </a:r>
        </a:p>
      </dgm:t>
    </dgm:pt>
    <dgm:pt modelId="{D89F53A2-5D13-45F8-BCC8-7CCE8FBCC5FD}" type="parTrans" cxnId="{77F2C3BB-04F5-4B51-BEF0-C86A996BD2A4}">
      <dgm:prSet/>
      <dgm:spPr/>
      <dgm:t>
        <a:bodyPr/>
        <a:lstStyle/>
        <a:p>
          <a:endParaRPr lang="en-IN"/>
        </a:p>
      </dgm:t>
    </dgm:pt>
    <dgm:pt modelId="{70C171B8-36E3-4CA7-8C24-F856250ECA3E}" type="sibTrans" cxnId="{77F2C3BB-04F5-4B51-BEF0-C86A996BD2A4}">
      <dgm:prSet/>
      <dgm:spPr/>
      <dgm:t>
        <a:bodyPr/>
        <a:lstStyle/>
        <a:p>
          <a:endParaRPr lang="en-IN"/>
        </a:p>
      </dgm:t>
    </dgm:pt>
    <dgm:pt modelId="{2D512059-3BD9-40BA-A4E1-3EFFD382D4DA}">
      <dgm:prSet phldrT="[Text]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en-IN" sz="1400" b="1" dirty="0">
              <a:solidFill>
                <a:schemeClr val="tx1"/>
              </a:solidFill>
            </a:rPr>
            <a:t>Model Processing</a:t>
          </a:r>
          <a:endParaRPr lang="en-IN" sz="1400" dirty="0">
            <a:solidFill>
              <a:schemeClr val="tx1"/>
            </a:solidFill>
          </a:endParaRPr>
        </a:p>
      </dgm:t>
    </dgm:pt>
    <dgm:pt modelId="{F185BF78-7A05-42A0-8951-B0271A8BA53D}" type="parTrans" cxnId="{7D2F0330-966A-432B-B326-CCA52F7C38FE}">
      <dgm:prSet/>
      <dgm:spPr/>
      <dgm:t>
        <a:bodyPr/>
        <a:lstStyle/>
        <a:p>
          <a:endParaRPr lang="en-IN"/>
        </a:p>
      </dgm:t>
    </dgm:pt>
    <dgm:pt modelId="{C973CC10-85F5-45F0-BE7E-93EEF9924A57}" type="sibTrans" cxnId="{7D2F0330-966A-432B-B326-CCA52F7C38FE}">
      <dgm:prSet/>
      <dgm:spPr/>
      <dgm:t>
        <a:bodyPr/>
        <a:lstStyle/>
        <a:p>
          <a:endParaRPr lang="en-IN"/>
        </a:p>
      </dgm:t>
    </dgm:pt>
    <dgm:pt modelId="{5DF82202-4247-42E6-9E85-9BA6605D4265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Parallel CNN and VQC analysis paths for comprehensive evaluation.</a:t>
          </a:r>
          <a:endParaRPr lang="en-IN" sz="1800" dirty="0"/>
        </a:p>
      </dgm:t>
    </dgm:pt>
    <dgm:pt modelId="{32DE2DF3-2E71-4D48-BFD4-1935383B70C2}" type="parTrans" cxnId="{B2F3B6FF-9E27-4039-A76F-0A46901B700F}">
      <dgm:prSet/>
      <dgm:spPr/>
      <dgm:t>
        <a:bodyPr/>
        <a:lstStyle/>
        <a:p>
          <a:endParaRPr lang="en-IN"/>
        </a:p>
      </dgm:t>
    </dgm:pt>
    <dgm:pt modelId="{44DCBED3-945A-4842-BCA1-D7C7CF669323}" type="sibTrans" cxnId="{B2F3B6FF-9E27-4039-A76F-0A46901B700F}">
      <dgm:prSet/>
      <dgm:spPr/>
      <dgm:t>
        <a:bodyPr/>
        <a:lstStyle/>
        <a:p>
          <a:endParaRPr lang="en-IN"/>
        </a:p>
      </dgm:t>
    </dgm:pt>
    <dgm:pt modelId="{07EB9411-093E-4777-BC5F-518F0BED24AA}" type="pres">
      <dgm:prSet presAssocID="{1D7E8F8F-C326-4CFA-942B-90E164728309}" presName="linearFlow" presStyleCnt="0">
        <dgm:presLayoutVars>
          <dgm:dir/>
          <dgm:animLvl val="lvl"/>
          <dgm:resizeHandles val="exact"/>
        </dgm:presLayoutVars>
      </dgm:prSet>
      <dgm:spPr/>
    </dgm:pt>
    <dgm:pt modelId="{FB7DDE4F-2510-4756-84BB-BD1EDDCD24A4}" type="pres">
      <dgm:prSet presAssocID="{9C1DF769-8DCE-4014-BBB1-C1E3A1D27946}" presName="composite" presStyleCnt="0"/>
      <dgm:spPr/>
    </dgm:pt>
    <dgm:pt modelId="{7BAA91F7-90EA-4BEC-81EC-F176B5C688FE}" type="pres">
      <dgm:prSet presAssocID="{9C1DF769-8DCE-4014-BBB1-C1E3A1D27946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EC10E8B7-DD8D-4956-83CA-E2D818D91BC7}" type="pres">
      <dgm:prSet presAssocID="{9C1DF769-8DCE-4014-BBB1-C1E3A1D27946}" presName="descendantText" presStyleLbl="alignAcc1" presStyleIdx="0" presStyleCnt="3">
        <dgm:presLayoutVars>
          <dgm:bulletEnabled val="1"/>
        </dgm:presLayoutVars>
      </dgm:prSet>
      <dgm:spPr/>
    </dgm:pt>
    <dgm:pt modelId="{BD269BB0-35BF-4BBD-81F5-8EBCA40CAE10}" type="pres">
      <dgm:prSet presAssocID="{73EB5C2B-3C82-49EF-9CE4-6DC20A23E028}" presName="sp" presStyleCnt="0"/>
      <dgm:spPr/>
    </dgm:pt>
    <dgm:pt modelId="{97472718-3C98-465E-94A8-B3A847A7ADE2}" type="pres">
      <dgm:prSet presAssocID="{2ED10397-D05B-49B3-B61C-9A142131A69D}" presName="composite" presStyleCnt="0"/>
      <dgm:spPr/>
    </dgm:pt>
    <dgm:pt modelId="{DB86EB15-2401-4FF6-901E-EC929A864461}" type="pres">
      <dgm:prSet presAssocID="{2ED10397-D05B-49B3-B61C-9A142131A69D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17A79F39-D501-47B8-84D9-B567F4A575EC}" type="pres">
      <dgm:prSet presAssocID="{2ED10397-D05B-49B3-B61C-9A142131A69D}" presName="descendantText" presStyleLbl="alignAcc1" presStyleIdx="1" presStyleCnt="3">
        <dgm:presLayoutVars>
          <dgm:bulletEnabled val="1"/>
        </dgm:presLayoutVars>
      </dgm:prSet>
      <dgm:spPr/>
    </dgm:pt>
    <dgm:pt modelId="{C5EE7E5E-405B-4220-B818-7000EC8B6675}" type="pres">
      <dgm:prSet presAssocID="{882F490B-2F88-4539-9413-8D604E7756FB}" presName="sp" presStyleCnt="0"/>
      <dgm:spPr/>
    </dgm:pt>
    <dgm:pt modelId="{4CC9238E-6F7D-4456-B320-4BE5BBFD1B88}" type="pres">
      <dgm:prSet presAssocID="{2D512059-3BD9-40BA-A4E1-3EFFD382D4DA}" presName="composite" presStyleCnt="0"/>
      <dgm:spPr/>
    </dgm:pt>
    <dgm:pt modelId="{17B649C5-FCC1-4DCA-9AAC-7E6A84301277}" type="pres">
      <dgm:prSet presAssocID="{2D512059-3BD9-40BA-A4E1-3EFFD382D4DA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91ACC97-9CA3-4200-8897-B15C209EB961}" type="pres">
      <dgm:prSet presAssocID="{2D512059-3BD9-40BA-A4E1-3EFFD382D4DA}" presName="descendantText" presStyleLbl="alignAcc1" presStyleIdx="2" presStyleCnt="3" custLinFactNeighborY="-346">
        <dgm:presLayoutVars>
          <dgm:bulletEnabled val="1"/>
        </dgm:presLayoutVars>
      </dgm:prSet>
      <dgm:spPr/>
    </dgm:pt>
  </dgm:ptLst>
  <dgm:cxnLst>
    <dgm:cxn modelId="{66693506-07F2-4B93-99E5-D0A6E3AC35E7}" type="presOf" srcId="{9C1DF769-8DCE-4014-BBB1-C1E3A1D27946}" destId="{7BAA91F7-90EA-4BEC-81EC-F176B5C688FE}" srcOrd="0" destOrd="0" presId="urn:microsoft.com/office/officeart/2005/8/layout/chevron2"/>
    <dgm:cxn modelId="{B4D22412-DA70-4EAE-91A3-E553B0ADA783}" type="presOf" srcId="{EF1DECB0-418B-4C3D-BA53-414316E86FE5}" destId="{EC10E8B7-DD8D-4956-83CA-E2D818D91BC7}" srcOrd="0" destOrd="0" presId="urn:microsoft.com/office/officeart/2005/8/layout/chevron2"/>
    <dgm:cxn modelId="{60BBA024-D3E8-4634-95DB-A9BC54D978B7}" srcId="{9C1DF769-8DCE-4014-BBB1-C1E3A1D27946}" destId="{EF1DECB0-418B-4C3D-BA53-414316E86FE5}" srcOrd="0" destOrd="0" parTransId="{2D01F9E4-E717-40A4-B6EC-6BEF79AD22DC}" sibTransId="{4C571FA5-7C51-4AAA-95C2-D55C641AD0B3}"/>
    <dgm:cxn modelId="{7D2F0330-966A-432B-B326-CCA52F7C38FE}" srcId="{1D7E8F8F-C326-4CFA-942B-90E164728309}" destId="{2D512059-3BD9-40BA-A4E1-3EFFD382D4DA}" srcOrd="2" destOrd="0" parTransId="{F185BF78-7A05-42A0-8951-B0271A8BA53D}" sibTransId="{C973CC10-85F5-45F0-BE7E-93EEF9924A57}"/>
    <dgm:cxn modelId="{DE44853C-0EB4-4035-9D75-44911DE878C2}" srcId="{1D7E8F8F-C326-4CFA-942B-90E164728309}" destId="{2ED10397-D05B-49B3-B61C-9A142131A69D}" srcOrd="1" destOrd="0" parTransId="{0A72E086-A4D0-4004-BCD8-A2EE529C740C}" sibTransId="{882F490B-2F88-4539-9413-8D604E7756FB}"/>
    <dgm:cxn modelId="{80B31F56-1C7E-4210-B9C7-64F1B79AB840}" srcId="{1D7E8F8F-C326-4CFA-942B-90E164728309}" destId="{9C1DF769-8DCE-4014-BBB1-C1E3A1D27946}" srcOrd="0" destOrd="0" parTransId="{1BBA6A99-E317-416D-AD72-776D28A45673}" sibTransId="{73EB5C2B-3C82-49EF-9CE4-6DC20A23E028}"/>
    <dgm:cxn modelId="{90E2C494-8567-4ED8-86DC-A02BF7972F4F}" type="presOf" srcId="{2ED10397-D05B-49B3-B61C-9A142131A69D}" destId="{DB86EB15-2401-4FF6-901E-EC929A864461}" srcOrd="0" destOrd="0" presId="urn:microsoft.com/office/officeart/2005/8/layout/chevron2"/>
    <dgm:cxn modelId="{53C2B6BA-40A6-4391-A4F2-3CA8A369ACCC}" type="presOf" srcId="{5DF82202-4247-42E6-9E85-9BA6605D4265}" destId="{191ACC97-9CA3-4200-8897-B15C209EB961}" srcOrd="0" destOrd="0" presId="urn:microsoft.com/office/officeart/2005/8/layout/chevron2"/>
    <dgm:cxn modelId="{77F2C3BB-04F5-4B51-BEF0-C86A996BD2A4}" srcId="{2ED10397-D05B-49B3-B61C-9A142131A69D}" destId="{12B33299-5F65-431F-8CF6-94016E3FE6DA}" srcOrd="0" destOrd="0" parTransId="{D89F53A2-5D13-45F8-BCC8-7CCE8FBCC5FD}" sibTransId="{70C171B8-36E3-4CA7-8C24-F856250ECA3E}"/>
    <dgm:cxn modelId="{0D414CD5-C577-42D4-963A-04119E5E45B8}" type="presOf" srcId="{2D512059-3BD9-40BA-A4E1-3EFFD382D4DA}" destId="{17B649C5-FCC1-4DCA-9AAC-7E6A84301277}" srcOrd="0" destOrd="0" presId="urn:microsoft.com/office/officeart/2005/8/layout/chevron2"/>
    <dgm:cxn modelId="{6D0C9FE4-542F-4945-BCCA-339F187F8C46}" type="presOf" srcId="{12B33299-5F65-431F-8CF6-94016E3FE6DA}" destId="{17A79F39-D501-47B8-84D9-B567F4A575EC}" srcOrd="0" destOrd="0" presId="urn:microsoft.com/office/officeart/2005/8/layout/chevron2"/>
    <dgm:cxn modelId="{D25357F6-E353-4899-AC45-3D79E7FE7F4C}" type="presOf" srcId="{1D7E8F8F-C326-4CFA-942B-90E164728309}" destId="{07EB9411-093E-4777-BC5F-518F0BED24AA}" srcOrd="0" destOrd="0" presId="urn:microsoft.com/office/officeart/2005/8/layout/chevron2"/>
    <dgm:cxn modelId="{B2F3B6FF-9E27-4039-A76F-0A46901B700F}" srcId="{2D512059-3BD9-40BA-A4E1-3EFFD382D4DA}" destId="{5DF82202-4247-42E6-9E85-9BA6605D4265}" srcOrd="0" destOrd="0" parTransId="{32DE2DF3-2E71-4D48-BFD4-1935383B70C2}" sibTransId="{44DCBED3-945A-4842-BCA1-D7C7CF669323}"/>
    <dgm:cxn modelId="{E978FA23-0511-4BE8-BB0C-1AE8E1451634}" type="presParOf" srcId="{07EB9411-093E-4777-BC5F-518F0BED24AA}" destId="{FB7DDE4F-2510-4756-84BB-BD1EDDCD24A4}" srcOrd="0" destOrd="0" presId="urn:microsoft.com/office/officeart/2005/8/layout/chevron2"/>
    <dgm:cxn modelId="{915E38CF-C560-4656-A006-7BFF5CDC883D}" type="presParOf" srcId="{FB7DDE4F-2510-4756-84BB-BD1EDDCD24A4}" destId="{7BAA91F7-90EA-4BEC-81EC-F176B5C688FE}" srcOrd="0" destOrd="0" presId="urn:microsoft.com/office/officeart/2005/8/layout/chevron2"/>
    <dgm:cxn modelId="{DE1F00FF-8CC8-4B17-90A4-E68641A00CBB}" type="presParOf" srcId="{FB7DDE4F-2510-4756-84BB-BD1EDDCD24A4}" destId="{EC10E8B7-DD8D-4956-83CA-E2D818D91BC7}" srcOrd="1" destOrd="0" presId="urn:microsoft.com/office/officeart/2005/8/layout/chevron2"/>
    <dgm:cxn modelId="{F08A6D6D-AA4F-4FF1-9746-DD1C54F3FC13}" type="presParOf" srcId="{07EB9411-093E-4777-BC5F-518F0BED24AA}" destId="{BD269BB0-35BF-4BBD-81F5-8EBCA40CAE10}" srcOrd="1" destOrd="0" presId="urn:microsoft.com/office/officeart/2005/8/layout/chevron2"/>
    <dgm:cxn modelId="{A2531E87-5054-4F2C-84DD-32ACEDD2139B}" type="presParOf" srcId="{07EB9411-093E-4777-BC5F-518F0BED24AA}" destId="{97472718-3C98-465E-94A8-B3A847A7ADE2}" srcOrd="2" destOrd="0" presId="urn:microsoft.com/office/officeart/2005/8/layout/chevron2"/>
    <dgm:cxn modelId="{F9446B18-7E44-45F3-B57E-0AF4C3B313B3}" type="presParOf" srcId="{97472718-3C98-465E-94A8-B3A847A7ADE2}" destId="{DB86EB15-2401-4FF6-901E-EC929A864461}" srcOrd="0" destOrd="0" presId="urn:microsoft.com/office/officeart/2005/8/layout/chevron2"/>
    <dgm:cxn modelId="{5D7B3064-7ADC-4ED1-8C37-56122DC2A249}" type="presParOf" srcId="{97472718-3C98-465E-94A8-B3A847A7ADE2}" destId="{17A79F39-D501-47B8-84D9-B567F4A575EC}" srcOrd="1" destOrd="0" presId="urn:microsoft.com/office/officeart/2005/8/layout/chevron2"/>
    <dgm:cxn modelId="{EDD0D203-AB41-4628-A6E8-8472046F6460}" type="presParOf" srcId="{07EB9411-093E-4777-BC5F-518F0BED24AA}" destId="{C5EE7E5E-405B-4220-B818-7000EC8B6675}" srcOrd="3" destOrd="0" presId="urn:microsoft.com/office/officeart/2005/8/layout/chevron2"/>
    <dgm:cxn modelId="{F3B39E10-5292-4F59-9892-53FB503CEBEE}" type="presParOf" srcId="{07EB9411-093E-4777-BC5F-518F0BED24AA}" destId="{4CC9238E-6F7D-4456-B320-4BE5BBFD1B88}" srcOrd="4" destOrd="0" presId="urn:microsoft.com/office/officeart/2005/8/layout/chevron2"/>
    <dgm:cxn modelId="{D661A6F6-DA81-4E82-82F6-FEB568594F96}" type="presParOf" srcId="{4CC9238E-6F7D-4456-B320-4BE5BBFD1B88}" destId="{17B649C5-FCC1-4DCA-9AAC-7E6A84301277}" srcOrd="0" destOrd="0" presId="urn:microsoft.com/office/officeart/2005/8/layout/chevron2"/>
    <dgm:cxn modelId="{E7FB1CD1-C190-434A-86E8-F54198DCCED5}" type="presParOf" srcId="{4CC9238E-6F7D-4456-B320-4BE5BBFD1B88}" destId="{191ACC97-9CA3-4200-8897-B15C209EB96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82408AF-1595-42B5-BF45-EBEFEDE8A86F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425CD51-2938-4A1C-90DC-C17130E26ED5}">
      <dgm:prSet phldrT="[Text]" phldr="0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Prediction Output</a:t>
          </a:r>
          <a:endParaRPr lang="en-IN" sz="1400" b="1" dirty="0">
            <a:solidFill>
              <a:schemeClr val="tx1"/>
            </a:solidFill>
          </a:endParaRPr>
        </a:p>
      </dgm:t>
    </dgm:pt>
    <dgm:pt modelId="{7496F746-2340-45FB-9797-5805FDFB6580}" type="parTrans" cxnId="{9659C510-6069-4277-9EBB-AC690B91AF36}">
      <dgm:prSet/>
      <dgm:spPr/>
      <dgm:t>
        <a:bodyPr/>
        <a:lstStyle/>
        <a:p>
          <a:endParaRPr lang="en-IN"/>
        </a:p>
      </dgm:t>
    </dgm:pt>
    <dgm:pt modelId="{C8BE0486-7340-43D1-AE2B-3E9353357F20}" type="sibTrans" cxnId="{9659C510-6069-4277-9EBB-AC690B91AF36}">
      <dgm:prSet/>
      <dgm:spPr/>
      <dgm:t>
        <a:bodyPr/>
        <a:lstStyle/>
        <a:p>
          <a:endParaRPr lang="en-IN"/>
        </a:p>
      </dgm:t>
    </dgm:pt>
    <dgm:pt modelId="{4C346FE7-53E5-4655-907F-ECF6242F7005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Real-time emotional state classification with confidence scores.</a:t>
          </a:r>
          <a:endParaRPr lang="en-IN" sz="1800" dirty="0"/>
        </a:p>
      </dgm:t>
    </dgm:pt>
    <dgm:pt modelId="{FCBB6751-6F03-43F6-9292-9C527877759C}" type="parTrans" cxnId="{F991A52E-9D40-45BC-BCD8-5CEC10C2A13B}">
      <dgm:prSet/>
      <dgm:spPr/>
      <dgm:t>
        <a:bodyPr/>
        <a:lstStyle/>
        <a:p>
          <a:endParaRPr lang="en-IN"/>
        </a:p>
      </dgm:t>
    </dgm:pt>
    <dgm:pt modelId="{4A01CF68-2D15-4AB5-A30E-8E8AA9FDED23}" type="sibTrans" cxnId="{F991A52E-9D40-45BC-BCD8-5CEC10C2A13B}">
      <dgm:prSet/>
      <dgm:spPr/>
      <dgm:t>
        <a:bodyPr/>
        <a:lstStyle/>
        <a:p>
          <a:endParaRPr lang="en-IN"/>
        </a:p>
      </dgm:t>
    </dgm:pt>
    <dgm:pt modelId="{91DAEF84-DC6C-4856-B3D7-54644133A61E}" type="pres">
      <dgm:prSet presAssocID="{082408AF-1595-42B5-BF45-EBEFEDE8A86F}" presName="linearFlow" presStyleCnt="0">
        <dgm:presLayoutVars>
          <dgm:dir/>
          <dgm:animLvl val="lvl"/>
          <dgm:resizeHandles val="exact"/>
        </dgm:presLayoutVars>
      </dgm:prSet>
      <dgm:spPr/>
    </dgm:pt>
    <dgm:pt modelId="{0FAD5041-48D6-4297-A8CB-87F40EBDE39A}" type="pres">
      <dgm:prSet presAssocID="{B425CD51-2938-4A1C-90DC-C17130E26ED5}" presName="composite" presStyleCnt="0"/>
      <dgm:spPr/>
    </dgm:pt>
    <dgm:pt modelId="{34794AE4-7444-4F2E-AE7B-5EBFE59A6359}" type="pres">
      <dgm:prSet presAssocID="{B425CD51-2938-4A1C-90DC-C17130E26ED5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E4A9FA9D-9FFF-402F-A1BC-F218625AAFF6}" type="pres">
      <dgm:prSet presAssocID="{B425CD51-2938-4A1C-90DC-C17130E26ED5}" presName="descendantText" presStyleLbl="alignAcc1" presStyleIdx="0" presStyleCnt="1" custScaleX="94820" custLinFactNeighborX="-2572">
        <dgm:presLayoutVars>
          <dgm:bulletEnabled val="1"/>
        </dgm:presLayoutVars>
      </dgm:prSet>
      <dgm:spPr/>
    </dgm:pt>
  </dgm:ptLst>
  <dgm:cxnLst>
    <dgm:cxn modelId="{9659C510-6069-4277-9EBB-AC690B91AF36}" srcId="{082408AF-1595-42B5-BF45-EBEFEDE8A86F}" destId="{B425CD51-2938-4A1C-90DC-C17130E26ED5}" srcOrd="0" destOrd="0" parTransId="{7496F746-2340-45FB-9797-5805FDFB6580}" sibTransId="{C8BE0486-7340-43D1-AE2B-3E9353357F20}"/>
    <dgm:cxn modelId="{9222511F-4A3C-41EA-9CBE-5D60CA723707}" type="presOf" srcId="{B425CD51-2938-4A1C-90DC-C17130E26ED5}" destId="{34794AE4-7444-4F2E-AE7B-5EBFE59A6359}" srcOrd="0" destOrd="0" presId="urn:microsoft.com/office/officeart/2005/8/layout/chevron2"/>
    <dgm:cxn modelId="{F991A52E-9D40-45BC-BCD8-5CEC10C2A13B}" srcId="{B425CD51-2938-4A1C-90DC-C17130E26ED5}" destId="{4C346FE7-53E5-4655-907F-ECF6242F7005}" srcOrd="0" destOrd="0" parTransId="{FCBB6751-6F03-43F6-9292-9C527877759C}" sibTransId="{4A01CF68-2D15-4AB5-A30E-8E8AA9FDED23}"/>
    <dgm:cxn modelId="{58D93748-AFA4-4C06-B44B-9891D1FE5358}" type="presOf" srcId="{082408AF-1595-42B5-BF45-EBEFEDE8A86F}" destId="{91DAEF84-DC6C-4856-B3D7-54644133A61E}" srcOrd="0" destOrd="0" presId="urn:microsoft.com/office/officeart/2005/8/layout/chevron2"/>
    <dgm:cxn modelId="{8D57DECE-BBE5-45D6-87EE-14093FAFB564}" type="presOf" srcId="{4C346FE7-53E5-4655-907F-ECF6242F7005}" destId="{E4A9FA9D-9FFF-402F-A1BC-F218625AAFF6}" srcOrd="0" destOrd="0" presId="urn:microsoft.com/office/officeart/2005/8/layout/chevron2"/>
    <dgm:cxn modelId="{E46005B3-48AE-4EB2-92B1-EE7C84CD685D}" type="presParOf" srcId="{91DAEF84-DC6C-4856-B3D7-54644133A61E}" destId="{0FAD5041-48D6-4297-A8CB-87F40EBDE39A}" srcOrd="0" destOrd="0" presId="urn:microsoft.com/office/officeart/2005/8/layout/chevron2"/>
    <dgm:cxn modelId="{BDF4D3ED-41DC-4D6C-B148-0BD3EDFC0102}" type="presParOf" srcId="{0FAD5041-48D6-4297-A8CB-87F40EBDE39A}" destId="{34794AE4-7444-4F2E-AE7B-5EBFE59A6359}" srcOrd="0" destOrd="0" presId="urn:microsoft.com/office/officeart/2005/8/layout/chevron2"/>
    <dgm:cxn modelId="{2061BA94-AE92-4945-8256-AB52478B60B1}" type="presParOf" srcId="{0FAD5041-48D6-4297-A8CB-87F40EBDE39A}" destId="{E4A9FA9D-9FFF-402F-A1BC-F218625AAFF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E822281-7826-4289-8E0C-F3B6659C090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80BB8EA-4897-4DDA-BE9D-3460C8EF9855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Handwriting as Mental Health Indicator</a:t>
          </a:r>
          <a:endParaRPr lang="en-IN" sz="2000" dirty="0"/>
        </a:p>
      </dgm:t>
    </dgm:pt>
    <dgm:pt modelId="{233D93FF-B9CA-454E-8C9D-2C641420DBDA}" type="parTrans" cxnId="{4CDB0F17-0E75-40F9-8493-8C19DC7E8744}">
      <dgm:prSet/>
      <dgm:spPr/>
      <dgm:t>
        <a:bodyPr/>
        <a:lstStyle/>
        <a:p>
          <a:endParaRPr lang="en-IN"/>
        </a:p>
      </dgm:t>
    </dgm:pt>
    <dgm:pt modelId="{0BD2FF1A-6150-4671-A8F4-3F3F7DC94EE0}" type="sibTrans" cxnId="{4CDB0F17-0E75-40F9-8493-8C19DC7E8744}">
      <dgm:prSet/>
      <dgm:spPr/>
      <dgm:t>
        <a:bodyPr/>
        <a:lstStyle/>
        <a:p>
          <a:endParaRPr lang="en-IN"/>
        </a:p>
      </dgm:t>
    </dgm:pt>
    <dgm:pt modelId="{ECC58251-B6F4-4A00-A94C-D92C00770B82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Empirical validation that emotional states manifest in measurable handwriting characteristics.</a:t>
          </a:r>
          <a:endParaRPr lang="en-IN" sz="1600" dirty="0"/>
        </a:p>
      </dgm:t>
    </dgm:pt>
    <dgm:pt modelId="{9E1C41EE-9F64-4B06-A1DF-5001C2447444}" type="parTrans" cxnId="{E0A564E3-678E-4FF0-88C5-CBD11F906913}">
      <dgm:prSet/>
      <dgm:spPr/>
      <dgm:t>
        <a:bodyPr/>
        <a:lstStyle/>
        <a:p>
          <a:endParaRPr lang="en-IN"/>
        </a:p>
      </dgm:t>
    </dgm:pt>
    <dgm:pt modelId="{6C3245F4-9380-4150-B7F9-F4125B82A2DD}" type="sibTrans" cxnId="{E0A564E3-678E-4FF0-88C5-CBD11F906913}">
      <dgm:prSet/>
      <dgm:spPr/>
      <dgm:t>
        <a:bodyPr/>
        <a:lstStyle/>
        <a:p>
          <a:endParaRPr lang="en-IN"/>
        </a:p>
      </dgm:t>
    </dgm:pt>
    <dgm:pt modelId="{ABE1930F-2E25-48B2-BEBE-1DBE9034A28E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Dual-Technology Validation</a:t>
          </a:r>
          <a:endParaRPr lang="en-IN" sz="2000" dirty="0"/>
        </a:p>
      </dgm:t>
    </dgm:pt>
    <dgm:pt modelId="{A5602A23-FD56-4963-9A1D-347840F802F2}" type="parTrans" cxnId="{2DFED5B6-CDED-42AD-83D0-CACB77208861}">
      <dgm:prSet/>
      <dgm:spPr/>
      <dgm:t>
        <a:bodyPr/>
        <a:lstStyle/>
        <a:p>
          <a:endParaRPr lang="en-IN"/>
        </a:p>
      </dgm:t>
    </dgm:pt>
    <dgm:pt modelId="{103B8033-2090-451A-99C5-8C0913737776}" type="sibTrans" cxnId="{2DFED5B6-CDED-42AD-83D0-CACB77208861}">
      <dgm:prSet/>
      <dgm:spPr/>
      <dgm:t>
        <a:bodyPr/>
        <a:lstStyle/>
        <a:p>
          <a:endParaRPr lang="en-IN"/>
        </a:p>
      </dgm:t>
    </dgm:pt>
    <dgm:pt modelId="{D2545F49-0ADF-469E-B4FB-A3C9D74450AA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Both AI and Quantum approaches demonstrate reliable emotion recognition capabilities.</a:t>
          </a:r>
          <a:endParaRPr lang="en-IN" sz="1600" dirty="0"/>
        </a:p>
      </dgm:t>
    </dgm:pt>
    <dgm:pt modelId="{C9721E93-4E89-48D7-9D43-3150EF978A07}" type="parTrans" cxnId="{E182C891-8930-4301-9E6C-4F873B293CA0}">
      <dgm:prSet/>
      <dgm:spPr/>
      <dgm:t>
        <a:bodyPr/>
        <a:lstStyle/>
        <a:p>
          <a:endParaRPr lang="en-IN"/>
        </a:p>
      </dgm:t>
    </dgm:pt>
    <dgm:pt modelId="{5139642C-377A-4248-9357-AED5527E3A80}" type="sibTrans" cxnId="{E182C891-8930-4301-9E6C-4F873B293CA0}">
      <dgm:prSet/>
      <dgm:spPr/>
      <dgm:t>
        <a:bodyPr/>
        <a:lstStyle/>
        <a:p>
          <a:endParaRPr lang="en-IN"/>
        </a:p>
      </dgm:t>
    </dgm:pt>
    <dgm:pt modelId="{77C864EC-CC39-4A11-8B55-A4B0D42A3BE4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Clinal Application Potential</a:t>
          </a:r>
          <a:endParaRPr lang="en-IN" sz="2000" dirty="0"/>
        </a:p>
      </dgm:t>
    </dgm:pt>
    <dgm:pt modelId="{86AD411E-A812-4F6A-9492-2B90D2C26018}" type="parTrans" cxnId="{36C93DE0-59D7-4BCF-B247-8C07D6395398}">
      <dgm:prSet/>
      <dgm:spPr/>
      <dgm:t>
        <a:bodyPr/>
        <a:lstStyle/>
        <a:p>
          <a:endParaRPr lang="en-IN"/>
        </a:p>
      </dgm:t>
    </dgm:pt>
    <dgm:pt modelId="{4F9C0C2C-498F-4A92-A936-6A3F7EAAB6EF}" type="sibTrans" cxnId="{36C93DE0-59D7-4BCF-B247-8C07D6395398}">
      <dgm:prSet/>
      <dgm:spPr/>
      <dgm:t>
        <a:bodyPr/>
        <a:lstStyle/>
        <a:p>
          <a:endParaRPr lang="en-IN"/>
        </a:p>
      </dgm:t>
    </dgm:pt>
    <dgm:pt modelId="{BE433042-E712-4930-91CD-9324AF846533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Foundation established for objectives, automated mental health screening tools.</a:t>
          </a:r>
          <a:endParaRPr lang="en-IN" sz="1600" dirty="0"/>
        </a:p>
      </dgm:t>
    </dgm:pt>
    <dgm:pt modelId="{59039950-73AA-4CB1-9789-1038EBB10111}" type="parTrans" cxnId="{366B3DFB-BF79-4917-A227-D95484168F51}">
      <dgm:prSet/>
      <dgm:spPr/>
      <dgm:t>
        <a:bodyPr/>
        <a:lstStyle/>
        <a:p>
          <a:endParaRPr lang="en-IN"/>
        </a:p>
      </dgm:t>
    </dgm:pt>
    <dgm:pt modelId="{B2F0B2E4-8144-4753-8C98-C2780321BAD3}" type="sibTrans" cxnId="{366B3DFB-BF79-4917-A227-D95484168F51}">
      <dgm:prSet/>
      <dgm:spPr/>
      <dgm:t>
        <a:bodyPr/>
        <a:lstStyle/>
        <a:p>
          <a:endParaRPr lang="en-IN"/>
        </a:p>
      </dgm:t>
    </dgm:pt>
    <dgm:pt modelId="{E273680A-F0CD-49CB-AF72-207DC4E7A13F}" type="pres">
      <dgm:prSet presAssocID="{3E822281-7826-4289-8E0C-F3B6659C090B}" presName="root" presStyleCnt="0">
        <dgm:presLayoutVars>
          <dgm:dir/>
          <dgm:resizeHandles val="exact"/>
        </dgm:presLayoutVars>
      </dgm:prSet>
      <dgm:spPr/>
    </dgm:pt>
    <dgm:pt modelId="{1D452F29-859C-4073-8C2C-16AC9894BC3E}" type="pres">
      <dgm:prSet presAssocID="{980BB8EA-4897-4DDA-BE9D-3460C8EF9855}" presName="compNode" presStyleCnt="0"/>
      <dgm:spPr/>
    </dgm:pt>
    <dgm:pt modelId="{94BAEBEF-7CFB-44B1-B29A-E9CDF6E140E9}" type="pres">
      <dgm:prSet presAssocID="{980BB8EA-4897-4DDA-BE9D-3460C8EF9855}" presName="bgRect" presStyleLbl="bgShp" presStyleIdx="0" presStyleCnt="3"/>
      <dgm:spPr/>
    </dgm:pt>
    <dgm:pt modelId="{A5EC7C0A-CC09-41DD-A96D-F99B738DA672}" type="pres">
      <dgm:prSet presAssocID="{980BB8EA-4897-4DDA-BE9D-3460C8EF985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634EE938-1DBB-4426-AB36-CDABF136DF56}" type="pres">
      <dgm:prSet presAssocID="{980BB8EA-4897-4DDA-BE9D-3460C8EF9855}" presName="spaceRect" presStyleCnt="0"/>
      <dgm:spPr/>
    </dgm:pt>
    <dgm:pt modelId="{6A3A4E8D-4D8B-4E4F-A934-82C3AB219B42}" type="pres">
      <dgm:prSet presAssocID="{980BB8EA-4897-4DDA-BE9D-3460C8EF9855}" presName="parTx" presStyleLbl="revTx" presStyleIdx="0" presStyleCnt="6">
        <dgm:presLayoutVars>
          <dgm:chMax val="0"/>
          <dgm:chPref val="0"/>
        </dgm:presLayoutVars>
      </dgm:prSet>
      <dgm:spPr/>
    </dgm:pt>
    <dgm:pt modelId="{C409F2D3-5955-47E5-A889-888092A908BC}" type="pres">
      <dgm:prSet presAssocID="{980BB8EA-4897-4DDA-BE9D-3460C8EF9855}" presName="desTx" presStyleLbl="revTx" presStyleIdx="1" presStyleCnt="6">
        <dgm:presLayoutVars/>
      </dgm:prSet>
      <dgm:spPr/>
    </dgm:pt>
    <dgm:pt modelId="{0891BEF9-84F6-491E-896C-B5A4DD335AFC}" type="pres">
      <dgm:prSet presAssocID="{0BD2FF1A-6150-4671-A8F4-3F3F7DC94EE0}" presName="sibTrans" presStyleCnt="0"/>
      <dgm:spPr/>
    </dgm:pt>
    <dgm:pt modelId="{D9EE6FF7-BF5D-47A1-8E19-729FDF40A455}" type="pres">
      <dgm:prSet presAssocID="{ABE1930F-2E25-48B2-BEBE-1DBE9034A28E}" presName="compNode" presStyleCnt="0"/>
      <dgm:spPr/>
    </dgm:pt>
    <dgm:pt modelId="{4781E76B-C4F2-46C9-8DB2-AD856B507734}" type="pres">
      <dgm:prSet presAssocID="{ABE1930F-2E25-48B2-BEBE-1DBE9034A28E}" presName="bgRect" presStyleLbl="bgShp" presStyleIdx="1" presStyleCnt="3"/>
      <dgm:spPr/>
    </dgm:pt>
    <dgm:pt modelId="{83656BBD-C85F-42CB-BB30-0BCA95A2BA44}" type="pres">
      <dgm:prSet presAssocID="{ABE1930F-2E25-48B2-BEBE-1DBE9034A28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44D4858E-ADC0-49A1-AF57-2EB085C5C096}" type="pres">
      <dgm:prSet presAssocID="{ABE1930F-2E25-48B2-BEBE-1DBE9034A28E}" presName="spaceRect" presStyleCnt="0"/>
      <dgm:spPr/>
    </dgm:pt>
    <dgm:pt modelId="{E9F28845-EC29-42A6-B422-5BA742A0F440}" type="pres">
      <dgm:prSet presAssocID="{ABE1930F-2E25-48B2-BEBE-1DBE9034A28E}" presName="parTx" presStyleLbl="revTx" presStyleIdx="2" presStyleCnt="6">
        <dgm:presLayoutVars>
          <dgm:chMax val="0"/>
          <dgm:chPref val="0"/>
        </dgm:presLayoutVars>
      </dgm:prSet>
      <dgm:spPr/>
    </dgm:pt>
    <dgm:pt modelId="{C72F8E64-58C2-43BF-A11F-5E5E586A5501}" type="pres">
      <dgm:prSet presAssocID="{ABE1930F-2E25-48B2-BEBE-1DBE9034A28E}" presName="desTx" presStyleLbl="revTx" presStyleIdx="3" presStyleCnt="6">
        <dgm:presLayoutVars/>
      </dgm:prSet>
      <dgm:spPr/>
    </dgm:pt>
    <dgm:pt modelId="{6D8E552A-701D-4991-95D0-59E811DBB1AC}" type="pres">
      <dgm:prSet presAssocID="{103B8033-2090-451A-99C5-8C0913737776}" presName="sibTrans" presStyleCnt="0"/>
      <dgm:spPr/>
    </dgm:pt>
    <dgm:pt modelId="{823729DB-DB55-49E8-998F-1747B31952DE}" type="pres">
      <dgm:prSet presAssocID="{77C864EC-CC39-4A11-8B55-A4B0D42A3BE4}" presName="compNode" presStyleCnt="0"/>
      <dgm:spPr/>
    </dgm:pt>
    <dgm:pt modelId="{10E9E423-1821-4A38-8AFB-0A53B1BC47C4}" type="pres">
      <dgm:prSet presAssocID="{77C864EC-CC39-4A11-8B55-A4B0D42A3BE4}" presName="bgRect" presStyleLbl="bgShp" presStyleIdx="2" presStyleCnt="3"/>
      <dgm:spPr/>
    </dgm:pt>
    <dgm:pt modelId="{8CC900B7-ED3F-4BF1-869D-34C00B165B00}" type="pres">
      <dgm:prSet presAssocID="{77C864EC-CC39-4A11-8B55-A4B0D42A3BE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76E0B6C4-B7BB-468D-A337-B73478F81E70}" type="pres">
      <dgm:prSet presAssocID="{77C864EC-CC39-4A11-8B55-A4B0D42A3BE4}" presName="spaceRect" presStyleCnt="0"/>
      <dgm:spPr/>
    </dgm:pt>
    <dgm:pt modelId="{A6F27560-F05F-4FAB-9A9F-94AFB63DD2B8}" type="pres">
      <dgm:prSet presAssocID="{77C864EC-CC39-4A11-8B55-A4B0D42A3BE4}" presName="parTx" presStyleLbl="revTx" presStyleIdx="4" presStyleCnt="6">
        <dgm:presLayoutVars>
          <dgm:chMax val="0"/>
          <dgm:chPref val="0"/>
        </dgm:presLayoutVars>
      </dgm:prSet>
      <dgm:spPr/>
    </dgm:pt>
    <dgm:pt modelId="{05FD2C3D-B7AB-4211-A6EE-4AAD62217A78}" type="pres">
      <dgm:prSet presAssocID="{77C864EC-CC39-4A11-8B55-A4B0D42A3BE4}" presName="desTx" presStyleLbl="revTx" presStyleIdx="5" presStyleCnt="6">
        <dgm:presLayoutVars/>
      </dgm:prSet>
      <dgm:spPr/>
    </dgm:pt>
  </dgm:ptLst>
  <dgm:cxnLst>
    <dgm:cxn modelId="{61490A03-519B-413D-A9DA-582E6F636A7F}" type="presOf" srcId="{77C864EC-CC39-4A11-8B55-A4B0D42A3BE4}" destId="{A6F27560-F05F-4FAB-9A9F-94AFB63DD2B8}" srcOrd="0" destOrd="0" presId="urn:microsoft.com/office/officeart/2018/2/layout/IconVerticalSolidList"/>
    <dgm:cxn modelId="{4CDB0F17-0E75-40F9-8493-8C19DC7E8744}" srcId="{3E822281-7826-4289-8E0C-F3B6659C090B}" destId="{980BB8EA-4897-4DDA-BE9D-3460C8EF9855}" srcOrd="0" destOrd="0" parTransId="{233D93FF-B9CA-454E-8C9D-2C641420DBDA}" sibTransId="{0BD2FF1A-6150-4671-A8F4-3F3F7DC94EE0}"/>
    <dgm:cxn modelId="{964C082F-5192-4596-A498-00D6E9B3EB96}" type="presOf" srcId="{D2545F49-0ADF-469E-B4FB-A3C9D74450AA}" destId="{C72F8E64-58C2-43BF-A11F-5E5E586A5501}" srcOrd="0" destOrd="0" presId="urn:microsoft.com/office/officeart/2018/2/layout/IconVerticalSolidList"/>
    <dgm:cxn modelId="{8C98DE47-155B-4630-94DA-EAC02AE4F687}" type="presOf" srcId="{980BB8EA-4897-4DDA-BE9D-3460C8EF9855}" destId="{6A3A4E8D-4D8B-4E4F-A934-82C3AB219B42}" srcOrd="0" destOrd="0" presId="urn:microsoft.com/office/officeart/2018/2/layout/IconVerticalSolidList"/>
    <dgm:cxn modelId="{4A3B0B4E-ECC8-44C2-B42E-65335B818C38}" type="presOf" srcId="{BE433042-E712-4930-91CD-9324AF846533}" destId="{05FD2C3D-B7AB-4211-A6EE-4AAD62217A78}" srcOrd="0" destOrd="0" presId="urn:microsoft.com/office/officeart/2018/2/layout/IconVerticalSolidList"/>
    <dgm:cxn modelId="{D7217471-FB0B-46AB-BDDE-A66926B60F31}" type="presOf" srcId="{3E822281-7826-4289-8E0C-F3B6659C090B}" destId="{E273680A-F0CD-49CB-AF72-207DC4E7A13F}" srcOrd="0" destOrd="0" presId="urn:microsoft.com/office/officeart/2018/2/layout/IconVerticalSolidList"/>
    <dgm:cxn modelId="{EB765F56-8B12-4FAF-9403-A67854F9E09A}" type="presOf" srcId="{ABE1930F-2E25-48B2-BEBE-1DBE9034A28E}" destId="{E9F28845-EC29-42A6-B422-5BA742A0F440}" srcOrd="0" destOrd="0" presId="urn:microsoft.com/office/officeart/2018/2/layout/IconVerticalSolidList"/>
    <dgm:cxn modelId="{E182C891-8930-4301-9E6C-4F873B293CA0}" srcId="{ABE1930F-2E25-48B2-BEBE-1DBE9034A28E}" destId="{D2545F49-0ADF-469E-B4FB-A3C9D74450AA}" srcOrd="0" destOrd="0" parTransId="{C9721E93-4E89-48D7-9D43-3150EF978A07}" sibTransId="{5139642C-377A-4248-9357-AED5527E3A80}"/>
    <dgm:cxn modelId="{6D6F3999-8408-42FE-83B9-18E9854217E0}" type="presOf" srcId="{ECC58251-B6F4-4A00-A94C-D92C00770B82}" destId="{C409F2D3-5955-47E5-A889-888092A908BC}" srcOrd="0" destOrd="0" presId="urn:microsoft.com/office/officeart/2018/2/layout/IconVerticalSolidList"/>
    <dgm:cxn modelId="{2DFED5B6-CDED-42AD-83D0-CACB77208861}" srcId="{3E822281-7826-4289-8E0C-F3B6659C090B}" destId="{ABE1930F-2E25-48B2-BEBE-1DBE9034A28E}" srcOrd="1" destOrd="0" parTransId="{A5602A23-FD56-4963-9A1D-347840F802F2}" sibTransId="{103B8033-2090-451A-99C5-8C0913737776}"/>
    <dgm:cxn modelId="{36C93DE0-59D7-4BCF-B247-8C07D6395398}" srcId="{3E822281-7826-4289-8E0C-F3B6659C090B}" destId="{77C864EC-CC39-4A11-8B55-A4B0D42A3BE4}" srcOrd="2" destOrd="0" parTransId="{86AD411E-A812-4F6A-9492-2B90D2C26018}" sibTransId="{4F9C0C2C-498F-4A92-A936-6A3F7EAAB6EF}"/>
    <dgm:cxn modelId="{E0A564E3-678E-4FF0-88C5-CBD11F906913}" srcId="{980BB8EA-4897-4DDA-BE9D-3460C8EF9855}" destId="{ECC58251-B6F4-4A00-A94C-D92C00770B82}" srcOrd="0" destOrd="0" parTransId="{9E1C41EE-9F64-4B06-A1DF-5001C2447444}" sibTransId="{6C3245F4-9380-4150-B7F9-F4125B82A2DD}"/>
    <dgm:cxn modelId="{366B3DFB-BF79-4917-A227-D95484168F51}" srcId="{77C864EC-CC39-4A11-8B55-A4B0D42A3BE4}" destId="{BE433042-E712-4930-91CD-9324AF846533}" srcOrd="0" destOrd="0" parTransId="{59039950-73AA-4CB1-9789-1038EBB10111}" sibTransId="{B2F0B2E4-8144-4753-8C98-C2780321BAD3}"/>
    <dgm:cxn modelId="{52490421-8F53-42C3-9C86-E07BF71ABFE1}" type="presParOf" srcId="{E273680A-F0CD-49CB-AF72-207DC4E7A13F}" destId="{1D452F29-859C-4073-8C2C-16AC9894BC3E}" srcOrd="0" destOrd="0" presId="urn:microsoft.com/office/officeart/2018/2/layout/IconVerticalSolidList"/>
    <dgm:cxn modelId="{ADFA0ECE-B5EE-4AF4-BD2C-0223A9B4F281}" type="presParOf" srcId="{1D452F29-859C-4073-8C2C-16AC9894BC3E}" destId="{94BAEBEF-7CFB-44B1-B29A-E9CDF6E140E9}" srcOrd="0" destOrd="0" presId="urn:microsoft.com/office/officeart/2018/2/layout/IconVerticalSolidList"/>
    <dgm:cxn modelId="{954ED5A9-13BB-472A-9267-891361ECCC86}" type="presParOf" srcId="{1D452F29-859C-4073-8C2C-16AC9894BC3E}" destId="{A5EC7C0A-CC09-41DD-A96D-F99B738DA672}" srcOrd="1" destOrd="0" presId="urn:microsoft.com/office/officeart/2018/2/layout/IconVerticalSolidList"/>
    <dgm:cxn modelId="{9BFB4420-64B7-457F-BAE1-FFD36357148B}" type="presParOf" srcId="{1D452F29-859C-4073-8C2C-16AC9894BC3E}" destId="{634EE938-1DBB-4426-AB36-CDABF136DF56}" srcOrd="2" destOrd="0" presId="urn:microsoft.com/office/officeart/2018/2/layout/IconVerticalSolidList"/>
    <dgm:cxn modelId="{B7E69396-48A3-443A-85BA-15302345E79A}" type="presParOf" srcId="{1D452F29-859C-4073-8C2C-16AC9894BC3E}" destId="{6A3A4E8D-4D8B-4E4F-A934-82C3AB219B42}" srcOrd="3" destOrd="0" presId="urn:microsoft.com/office/officeart/2018/2/layout/IconVerticalSolidList"/>
    <dgm:cxn modelId="{A6B5FEAA-E6D9-4DAE-9885-0DB83474E561}" type="presParOf" srcId="{1D452F29-859C-4073-8C2C-16AC9894BC3E}" destId="{C409F2D3-5955-47E5-A889-888092A908BC}" srcOrd="4" destOrd="0" presId="urn:microsoft.com/office/officeart/2018/2/layout/IconVerticalSolidList"/>
    <dgm:cxn modelId="{218CB821-7E69-497A-BBE7-E1B642C9AAF9}" type="presParOf" srcId="{E273680A-F0CD-49CB-AF72-207DC4E7A13F}" destId="{0891BEF9-84F6-491E-896C-B5A4DD335AFC}" srcOrd="1" destOrd="0" presId="urn:microsoft.com/office/officeart/2018/2/layout/IconVerticalSolidList"/>
    <dgm:cxn modelId="{3E21706F-F5FB-4E2A-8A3E-0E2A53975624}" type="presParOf" srcId="{E273680A-F0CD-49CB-AF72-207DC4E7A13F}" destId="{D9EE6FF7-BF5D-47A1-8E19-729FDF40A455}" srcOrd="2" destOrd="0" presId="urn:microsoft.com/office/officeart/2018/2/layout/IconVerticalSolidList"/>
    <dgm:cxn modelId="{33F4F6CB-8083-48F9-9FB6-25AB76F95377}" type="presParOf" srcId="{D9EE6FF7-BF5D-47A1-8E19-729FDF40A455}" destId="{4781E76B-C4F2-46C9-8DB2-AD856B507734}" srcOrd="0" destOrd="0" presId="urn:microsoft.com/office/officeart/2018/2/layout/IconVerticalSolidList"/>
    <dgm:cxn modelId="{0C308975-382B-49D8-8FBF-9F4CF470F053}" type="presParOf" srcId="{D9EE6FF7-BF5D-47A1-8E19-729FDF40A455}" destId="{83656BBD-C85F-42CB-BB30-0BCA95A2BA44}" srcOrd="1" destOrd="0" presId="urn:microsoft.com/office/officeart/2018/2/layout/IconVerticalSolidList"/>
    <dgm:cxn modelId="{2282CBE6-C7FC-4696-A5B1-42C4B7956848}" type="presParOf" srcId="{D9EE6FF7-BF5D-47A1-8E19-729FDF40A455}" destId="{44D4858E-ADC0-49A1-AF57-2EB085C5C096}" srcOrd="2" destOrd="0" presId="urn:microsoft.com/office/officeart/2018/2/layout/IconVerticalSolidList"/>
    <dgm:cxn modelId="{498A22DF-3917-4287-8CDE-FED6F1C51DBB}" type="presParOf" srcId="{D9EE6FF7-BF5D-47A1-8E19-729FDF40A455}" destId="{E9F28845-EC29-42A6-B422-5BA742A0F440}" srcOrd="3" destOrd="0" presId="urn:microsoft.com/office/officeart/2018/2/layout/IconVerticalSolidList"/>
    <dgm:cxn modelId="{8D9AB753-C6C6-450F-8056-988EFA0F0AD5}" type="presParOf" srcId="{D9EE6FF7-BF5D-47A1-8E19-729FDF40A455}" destId="{C72F8E64-58C2-43BF-A11F-5E5E586A5501}" srcOrd="4" destOrd="0" presId="urn:microsoft.com/office/officeart/2018/2/layout/IconVerticalSolidList"/>
    <dgm:cxn modelId="{2D3E90D1-36C0-4F17-A294-DFE126BCDC55}" type="presParOf" srcId="{E273680A-F0CD-49CB-AF72-207DC4E7A13F}" destId="{6D8E552A-701D-4991-95D0-59E811DBB1AC}" srcOrd="3" destOrd="0" presId="urn:microsoft.com/office/officeart/2018/2/layout/IconVerticalSolidList"/>
    <dgm:cxn modelId="{D967DFC6-8499-499A-A3CA-A623392512DF}" type="presParOf" srcId="{E273680A-F0CD-49CB-AF72-207DC4E7A13F}" destId="{823729DB-DB55-49E8-998F-1747B31952DE}" srcOrd="4" destOrd="0" presId="urn:microsoft.com/office/officeart/2018/2/layout/IconVerticalSolidList"/>
    <dgm:cxn modelId="{B5A7CC5E-4A3A-44D7-AE1F-1EF325A5A7A0}" type="presParOf" srcId="{823729DB-DB55-49E8-998F-1747B31952DE}" destId="{10E9E423-1821-4A38-8AFB-0A53B1BC47C4}" srcOrd="0" destOrd="0" presId="urn:microsoft.com/office/officeart/2018/2/layout/IconVerticalSolidList"/>
    <dgm:cxn modelId="{A207307D-1628-413B-8C3D-1760AFFA8E37}" type="presParOf" srcId="{823729DB-DB55-49E8-998F-1747B31952DE}" destId="{8CC900B7-ED3F-4BF1-869D-34C00B165B00}" srcOrd="1" destOrd="0" presId="urn:microsoft.com/office/officeart/2018/2/layout/IconVerticalSolidList"/>
    <dgm:cxn modelId="{73962A00-1324-43B0-8804-9F1658D4FA43}" type="presParOf" srcId="{823729DB-DB55-49E8-998F-1747B31952DE}" destId="{76E0B6C4-B7BB-468D-A337-B73478F81E70}" srcOrd="2" destOrd="0" presId="urn:microsoft.com/office/officeart/2018/2/layout/IconVerticalSolidList"/>
    <dgm:cxn modelId="{7964D04A-7018-45B4-90D3-E854BC13A647}" type="presParOf" srcId="{823729DB-DB55-49E8-998F-1747B31952DE}" destId="{A6F27560-F05F-4FAB-9A9F-94AFB63DD2B8}" srcOrd="3" destOrd="0" presId="urn:microsoft.com/office/officeart/2018/2/layout/IconVerticalSolidList"/>
    <dgm:cxn modelId="{59DD1BF8-C7BD-4F2E-943C-B92F53627443}" type="presParOf" srcId="{823729DB-DB55-49E8-998F-1747B31952DE}" destId="{05FD2C3D-B7AB-4211-A6EE-4AAD62217A78}" srcOrd="4" destOrd="0" presId="urn:microsoft.com/office/officeart/2018/2/layout/IconVerticalSoli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AF0359-EB45-40C5-907C-83191E879DB0}">
      <dsp:nvSpPr>
        <dsp:cNvPr id="0" name=""/>
        <dsp:cNvSpPr/>
      </dsp:nvSpPr>
      <dsp:spPr>
        <a:xfrm>
          <a:off x="2109" y="1841120"/>
          <a:ext cx="2569512" cy="1027804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AI’s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Pattern recognition capabilities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516011" y="1841120"/>
        <a:ext cx="1541708" cy="1027804"/>
      </dsp:txXfrm>
    </dsp:sp>
    <dsp:sp modelId="{C50DCBD4-4137-482A-8D37-22B6EF58B10F}">
      <dsp:nvSpPr>
        <dsp:cNvPr id="0" name=""/>
        <dsp:cNvSpPr/>
      </dsp:nvSpPr>
      <dsp:spPr>
        <a:xfrm>
          <a:off x="2314669" y="1841120"/>
          <a:ext cx="2569512" cy="1027804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Quantum computing's superior computational power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2828571" y="1841120"/>
        <a:ext cx="1541708" cy="1027804"/>
      </dsp:txXfrm>
    </dsp:sp>
    <dsp:sp modelId="{60E352BF-9BDC-4809-B114-9B60C793ECD5}">
      <dsp:nvSpPr>
        <dsp:cNvPr id="0" name=""/>
        <dsp:cNvSpPr/>
      </dsp:nvSpPr>
      <dsp:spPr>
        <a:xfrm>
          <a:off x="4627230" y="1841120"/>
          <a:ext cx="2569512" cy="1027804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Detecting Emotion States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5141132" y="1841120"/>
        <a:ext cx="1541708" cy="10278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05D476-4D4A-4773-B604-52450F6F3047}">
      <dsp:nvSpPr>
        <dsp:cNvPr id="0" name=""/>
        <dsp:cNvSpPr/>
      </dsp:nvSpPr>
      <dsp:spPr>
        <a:xfrm>
          <a:off x="782692" y="1067868"/>
          <a:ext cx="973819" cy="9738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0A80A-33C8-4F42-AE2F-43FCE4CA0625}">
      <dsp:nvSpPr>
        <dsp:cNvPr id="0" name=""/>
        <dsp:cNvSpPr/>
      </dsp:nvSpPr>
      <dsp:spPr>
        <a:xfrm>
          <a:off x="187580" y="2376357"/>
          <a:ext cx="2164044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/>
            <a:t>Quantum computing uses principles of quantum mechanics to process information.</a:t>
          </a:r>
        </a:p>
      </dsp:txBody>
      <dsp:txXfrm>
        <a:off x="187580" y="2376357"/>
        <a:ext cx="2164044" cy="922500"/>
      </dsp:txXfrm>
    </dsp:sp>
    <dsp:sp modelId="{241B9F62-0AC4-46FD-8C9C-772A3663C8BA}">
      <dsp:nvSpPr>
        <dsp:cNvPr id="0" name=""/>
        <dsp:cNvSpPr/>
      </dsp:nvSpPr>
      <dsp:spPr>
        <a:xfrm>
          <a:off x="3325444" y="1067868"/>
          <a:ext cx="973819" cy="9738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3D820-B45F-4F0D-9283-66D5B003130E}">
      <dsp:nvSpPr>
        <dsp:cNvPr id="0" name=""/>
        <dsp:cNvSpPr/>
      </dsp:nvSpPr>
      <dsp:spPr>
        <a:xfrm>
          <a:off x="2730332" y="2376357"/>
          <a:ext cx="2164044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Instead of classical bits (0 or 1), it uses qubits, which can exist in multiple states at once.</a:t>
          </a:r>
          <a:endParaRPr lang="en-IN" sz="1600" kern="1200"/>
        </a:p>
      </dsp:txBody>
      <dsp:txXfrm>
        <a:off x="2730332" y="2376357"/>
        <a:ext cx="2164044" cy="922500"/>
      </dsp:txXfrm>
    </dsp:sp>
    <dsp:sp modelId="{E496E94A-49EB-45EE-96EF-1F2B8F238807}">
      <dsp:nvSpPr>
        <dsp:cNvPr id="0" name=""/>
        <dsp:cNvSpPr/>
      </dsp:nvSpPr>
      <dsp:spPr>
        <a:xfrm>
          <a:off x="5868196" y="1067868"/>
          <a:ext cx="973819" cy="9738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ED8AB-9508-480D-BBCE-A7EAAB1493C4}">
      <dsp:nvSpPr>
        <dsp:cNvPr id="0" name=""/>
        <dsp:cNvSpPr/>
      </dsp:nvSpPr>
      <dsp:spPr>
        <a:xfrm>
          <a:off x="5273084" y="2376357"/>
          <a:ext cx="2164044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Promises to solve complex problems much faster than traditional computers.</a:t>
          </a:r>
          <a:endParaRPr lang="en-IN" sz="1600" kern="1200"/>
        </a:p>
      </dsp:txBody>
      <dsp:txXfrm>
        <a:off x="5273084" y="2376357"/>
        <a:ext cx="2164044" cy="922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26AA9-B6BE-4E3B-AA80-47A12F183464}">
      <dsp:nvSpPr>
        <dsp:cNvPr id="0" name=""/>
        <dsp:cNvSpPr/>
      </dsp:nvSpPr>
      <dsp:spPr>
        <a:xfrm rot="5400000">
          <a:off x="3301756" y="-1162012"/>
          <a:ext cx="1000396" cy="3578310"/>
        </a:xfrm>
        <a:prstGeom prst="round2Same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A Qubit can be in a combination of 0 and 1 simultaneously.</a:t>
          </a:r>
          <a:endParaRPr lang="en-IN" sz="2100" kern="1200" dirty="0"/>
        </a:p>
      </dsp:txBody>
      <dsp:txXfrm rot="-5400000">
        <a:off x="2012800" y="175779"/>
        <a:ext cx="3529475" cy="902726"/>
      </dsp:txXfrm>
    </dsp:sp>
    <dsp:sp modelId="{F01221B2-7479-49C6-BCA7-B11F37D95A89}">
      <dsp:nvSpPr>
        <dsp:cNvPr id="0" name=""/>
        <dsp:cNvSpPr/>
      </dsp:nvSpPr>
      <dsp:spPr>
        <a:xfrm>
          <a:off x="0" y="1894"/>
          <a:ext cx="2012799" cy="1250495"/>
        </a:xfrm>
        <a:prstGeom prst="roundRect">
          <a:avLst/>
        </a:prstGeom>
        <a:solidFill>
          <a:schemeClr val="accent2">
            <a:lumMod val="40000"/>
            <a:lumOff val="60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</a:rPr>
            <a:t>Superposition</a:t>
          </a:r>
          <a:endParaRPr lang="en-IN" sz="2200" kern="1200" dirty="0">
            <a:solidFill>
              <a:schemeClr val="tx1"/>
            </a:solidFill>
          </a:endParaRPr>
        </a:p>
      </dsp:txBody>
      <dsp:txXfrm>
        <a:off x="61044" y="62938"/>
        <a:ext cx="1890711" cy="1128407"/>
      </dsp:txXfrm>
    </dsp:sp>
    <dsp:sp modelId="{4704A328-69BC-4C0B-9BA5-FFB7234F7692}">
      <dsp:nvSpPr>
        <dsp:cNvPr id="0" name=""/>
        <dsp:cNvSpPr/>
      </dsp:nvSpPr>
      <dsp:spPr>
        <a:xfrm rot="5400000">
          <a:off x="3301756" y="151007"/>
          <a:ext cx="1000396" cy="3578310"/>
        </a:xfrm>
        <a:prstGeom prst="round2Same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Linked qubits can influence each other instantly, even when far apart.</a:t>
          </a:r>
          <a:endParaRPr lang="en-IN" sz="2100" kern="1200" dirty="0"/>
        </a:p>
      </dsp:txBody>
      <dsp:txXfrm rot="-5400000">
        <a:off x="2012800" y="1488799"/>
        <a:ext cx="3529475" cy="902726"/>
      </dsp:txXfrm>
    </dsp:sp>
    <dsp:sp modelId="{C2484C69-187C-4574-8189-77E48AFC4B77}">
      <dsp:nvSpPr>
        <dsp:cNvPr id="0" name=""/>
        <dsp:cNvSpPr/>
      </dsp:nvSpPr>
      <dsp:spPr>
        <a:xfrm>
          <a:off x="0" y="1314915"/>
          <a:ext cx="2012799" cy="1250495"/>
        </a:xfrm>
        <a:prstGeom prst="roundRect">
          <a:avLst/>
        </a:prstGeom>
        <a:solidFill>
          <a:schemeClr val="accent2">
            <a:lumMod val="40000"/>
            <a:lumOff val="60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</a:rPr>
            <a:t>Entanglement</a:t>
          </a:r>
          <a:endParaRPr lang="en-IN" sz="2200" kern="1200" dirty="0">
            <a:solidFill>
              <a:schemeClr val="tx1"/>
            </a:solidFill>
          </a:endParaRPr>
        </a:p>
      </dsp:txBody>
      <dsp:txXfrm>
        <a:off x="61044" y="1375959"/>
        <a:ext cx="1890711" cy="1128407"/>
      </dsp:txXfrm>
    </dsp:sp>
    <dsp:sp modelId="{2DC073F6-BC6E-45E7-82A3-EEAF21CDD2CF}">
      <dsp:nvSpPr>
        <dsp:cNvPr id="0" name=""/>
        <dsp:cNvSpPr/>
      </dsp:nvSpPr>
      <dsp:spPr>
        <a:xfrm rot="5400000">
          <a:off x="3301756" y="1464028"/>
          <a:ext cx="1000396" cy="3578310"/>
        </a:xfrm>
        <a:prstGeom prst="round2Same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Used to amplify correct solutions and cancels out wrong ones.</a:t>
          </a:r>
          <a:endParaRPr lang="en-IN" sz="2100" kern="1200" dirty="0"/>
        </a:p>
      </dsp:txBody>
      <dsp:txXfrm rot="-5400000">
        <a:off x="2012800" y="2801820"/>
        <a:ext cx="3529475" cy="902726"/>
      </dsp:txXfrm>
    </dsp:sp>
    <dsp:sp modelId="{D60CA958-7046-4299-83B9-2AA1210A6A23}">
      <dsp:nvSpPr>
        <dsp:cNvPr id="0" name=""/>
        <dsp:cNvSpPr/>
      </dsp:nvSpPr>
      <dsp:spPr>
        <a:xfrm>
          <a:off x="0" y="2627935"/>
          <a:ext cx="2012799" cy="1250495"/>
        </a:xfrm>
        <a:prstGeom prst="roundRect">
          <a:avLst/>
        </a:prstGeom>
        <a:solidFill>
          <a:schemeClr val="accent2">
            <a:lumMod val="40000"/>
            <a:lumOff val="60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</a:rPr>
            <a:t>Quantum Interference</a:t>
          </a:r>
          <a:endParaRPr lang="en-IN" sz="2200" kern="1200" dirty="0">
            <a:solidFill>
              <a:schemeClr val="tx1"/>
            </a:solidFill>
          </a:endParaRPr>
        </a:p>
      </dsp:txBody>
      <dsp:txXfrm>
        <a:off x="61044" y="2688979"/>
        <a:ext cx="1890711" cy="11284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226A39-BA72-4DDE-A194-437BD33A28FA}">
      <dsp:nvSpPr>
        <dsp:cNvPr id="0" name=""/>
        <dsp:cNvSpPr/>
      </dsp:nvSpPr>
      <dsp:spPr>
        <a:xfrm>
          <a:off x="0" y="408037"/>
          <a:ext cx="7156795" cy="8859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5447" tIns="520700" rIns="55544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/>
            <a:t>PCA dimensionality reduction to 8 principal components</a:t>
          </a:r>
          <a:endParaRPr lang="en-IN" sz="1800" kern="1200" dirty="0"/>
        </a:p>
      </dsp:txBody>
      <dsp:txXfrm>
        <a:off x="0" y="408037"/>
        <a:ext cx="7156795" cy="885937"/>
      </dsp:txXfrm>
    </dsp:sp>
    <dsp:sp modelId="{F2796856-9F4A-4BAF-B540-CF26A3553552}">
      <dsp:nvSpPr>
        <dsp:cNvPr id="0" name=""/>
        <dsp:cNvSpPr/>
      </dsp:nvSpPr>
      <dsp:spPr>
        <a:xfrm>
          <a:off x="357839" y="39037"/>
          <a:ext cx="5009756" cy="738000"/>
        </a:xfrm>
        <a:prstGeom prst="roundRect">
          <a:avLst/>
        </a:prstGeom>
        <a:solidFill>
          <a:schemeClr val="accent2">
            <a:lumMod val="40000"/>
            <a:lumOff val="60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57" tIns="0" rIns="18935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</a:rPr>
            <a:t>Feature Reduction</a:t>
          </a:r>
          <a:endParaRPr lang="en-IN" sz="2000" kern="1200" dirty="0">
            <a:solidFill>
              <a:schemeClr val="tx1"/>
            </a:solidFill>
          </a:endParaRPr>
        </a:p>
      </dsp:txBody>
      <dsp:txXfrm>
        <a:off x="393865" y="75063"/>
        <a:ext cx="4937704" cy="665948"/>
      </dsp:txXfrm>
    </dsp:sp>
    <dsp:sp modelId="{10066454-4BA4-4B1F-9EEB-E88CBDD851EF}">
      <dsp:nvSpPr>
        <dsp:cNvPr id="0" name=""/>
        <dsp:cNvSpPr/>
      </dsp:nvSpPr>
      <dsp:spPr>
        <a:xfrm>
          <a:off x="0" y="1797975"/>
          <a:ext cx="7156795" cy="8859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5447" tIns="520700" rIns="55544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kern="1200" dirty="0"/>
            <a:t>8 components mapped to 8-qubit quantum circuit</a:t>
          </a:r>
        </a:p>
      </dsp:txBody>
      <dsp:txXfrm>
        <a:off x="0" y="1797975"/>
        <a:ext cx="7156795" cy="885937"/>
      </dsp:txXfrm>
    </dsp:sp>
    <dsp:sp modelId="{2AB3176D-7F00-46BD-87CC-84F6912429A2}">
      <dsp:nvSpPr>
        <dsp:cNvPr id="0" name=""/>
        <dsp:cNvSpPr/>
      </dsp:nvSpPr>
      <dsp:spPr>
        <a:xfrm>
          <a:off x="357839" y="1428975"/>
          <a:ext cx="5009756" cy="738000"/>
        </a:xfrm>
        <a:prstGeom prst="roundRect">
          <a:avLst/>
        </a:prstGeom>
        <a:solidFill>
          <a:schemeClr val="accent2">
            <a:lumMod val="40000"/>
            <a:lumOff val="60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57" tIns="0" rIns="18935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</a:rPr>
            <a:t>Quantum Encoding</a:t>
          </a:r>
          <a:endParaRPr lang="en-IN" sz="2000" kern="1200" dirty="0">
            <a:solidFill>
              <a:schemeClr val="tx1"/>
            </a:solidFill>
          </a:endParaRPr>
        </a:p>
      </dsp:txBody>
      <dsp:txXfrm>
        <a:off x="393865" y="1465001"/>
        <a:ext cx="4937704" cy="665948"/>
      </dsp:txXfrm>
    </dsp:sp>
    <dsp:sp modelId="{FADCFD1E-ADD3-4DA9-9D9F-A236BDABA9D2}">
      <dsp:nvSpPr>
        <dsp:cNvPr id="0" name=""/>
        <dsp:cNvSpPr/>
      </dsp:nvSpPr>
      <dsp:spPr>
        <a:xfrm>
          <a:off x="0" y="3187912"/>
          <a:ext cx="7156795" cy="8859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5447" tIns="520700" rIns="55544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/>
            <a:t>Variational Quantum Classifier built using </a:t>
          </a:r>
          <a:r>
            <a:rPr lang="en-US" sz="1800" kern="1200" dirty="0" err="1"/>
            <a:t>Qiskit</a:t>
          </a:r>
          <a:r>
            <a:rPr lang="en-US" sz="1800" kern="1200" dirty="0"/>
            <a:t> framework</a:t>
          </a:r>
          <a:endParaRPr lang="en-IN" sz="1800" kern="1200" dirty="0"/>
        </a:p>
      </dsp:txBody>
      <dsp:txXfrm>
        <a:off x="0" y="3187912"/>
        <a:ext cx="7156795" cy="885937"/>
      </dsp:txXfrm>
    </dsp:sp>
    <dsp:sp modelId="{8780459C-27A6-49B0-8F61-52C6B1E4ABA7}">
      <dsp:nvSpPr>
        <dsp:cNvPr id="0" name=""/>
        <dsp:cNvSpPr/>
      </dsp:nvSpPr>
      <dsp:spPr>
        <a:xfrm>
          <a:off x="357839" y="2818912"/>
          <a:ext cx="5009756" cy="738000"/>
        </a:xfrm>
        <a:prstGeom prst="roundRect">
          <a:avLst/>
        </a:prstGeom>
        <a:solidFill>
          <a:schemeClr val="accent2">
            <a:lumMod val="40000"/>
            <a:lumOff val="60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57" tIns="0" rIns="18935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</a:rPr>
            <a:t>VQC Training</a:t>
          </a:r>
          <a:endParaRPr lang="en-IN" sz="2000" kern="1200" dirty="0">
            <a:solidFill>
              <a:schemeClr val="tx1"/>
            </a:solidFill>
          </a:endParaRPr>
        </a:p>
      </dsp:txBody>
      <dsp:txXfrm>
        <a:off x="393865" y="2854938"/>
        <a:ext cx="4937704" cy="6659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A91F7-90EA-4BEC-81EC-F176B5C688FE}">
      <dsp:nvSpPr>
        <dsp:cNvPr id="0" name=""/>
        <dsp:cNvSpPr/>
      </dsp:nvSpPr>
      <dsp:spPr>
        <a:xfrm rot="5400000">
          <a:off x="-228630" y="229655"/>
          <a:ext cx="1524203" cy="1066942"/>
        </a:xfrm>
        <a:prstGeom prst="chevron">
          <a:avLst/>
        </a:prstGeom>
        <a:solidFill>
          <a:schemeClr val="accent2">
            <a:lumMod val="40000"/>
            <a:lumOff val="6000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>
              <a:solidFill>
                <a:schemeClr val="tx1"/>
              </a:solidFill>
            </a:rPr>
            <a:t>Data Preprocessing</a:t>
          </a:r>
          <a:endParaRPr lang="en-IN" sz="1300" kern="1200" dirty="0">
            <a:solidFill>
              <a:schemeClr val="tx1"/>
            </a:solidFill>
          </a:endParaRPr>
        </a:p>
      </dsp:txBody>
      <dsp:txXfrm rot="-5400000">
        <a:off x="1" y="534495"/>
        <a:ext cx="1066942" cy="457261"/>
      </dsp:txXfrm>
    </dsp:sp>
    <dsp:sp modelId="{EC10E8B7-DD8D-4956-83CA-E2D818D91BC7}">
      <dsp:nvSpPr>
        <dsp:cNvPr id="0" name=""/>
        <dsp:cNvSpPr/>
      </dsp:nvSpPr>
      <dsp:spPr>
        <a:xfrm rot="5400000">
          <a:off x="3675697" y="-2607729"/>
          <a:ext cx="990732" cy="620824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Image normalization, noise reduction, and feature extraction from real handwritten samples.</a:t>
          </a:r>
          <a:endParaRPr lang="en-IN" sz="1800" kern="1200" dirty="0"/>
        </a:p>
      </dsp:txBody>
      <dsp:txXfrm rot="-5400000">
        <a:off x="1066943" y="49389"/>
        <a:ext cx="6159877" cy="894004"/>
      </dsp:txXfrm>
    </dsp:sp>
    <dsp:sp modelId="{DB86EB15-2401-4FF6-901E-EC929A864461}">
      <dsp:nvSpPr>
        <dsp:cNvPr id="0" name=""/>
        <dsp:cNvSpPr/>
      </dsp:nvSpPr>
      <dsp:spPr>
        <a:xfrm rot="5400000">
          <a:off x="-228630" y="1558733"/>
          <a:ext cx="1524203" cy="1066942"/>
        </a:xfrm>
        <a:prstGeom prst="chevron">
          <a:avLst/>
        </a:prstGeom>
        <a:solidFill>
          <a:schemeClr val="accent2">
            <a:lumMod val="40000"/>
            <a:lumOff val="6000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/>
              </a:solidFill>
            </a:rPr>
            <a:t>Emotion Augmentation</a:t>
          </a:r>
          <a:endParaRPr lang="en-IN" sz="1400" kern="1200" dirty="0">
            <a:solidFill>
              <a:schemeClr val="tx1"/>
            </a:solidFill>
          </a:endParaRPr>
        </a:p>
      </dsp:txBody>
      <dsp:txXfrm rot="-5400000">
        <a:off x="1" y="1863573"/>
        <a:ext cx="1066942" cy="457261"/>
      </dsp:txXfrm>
    </dsp:sp>
    <dsp:sp modelId="{17A79F39-D501-47B8-84D9-B567F4A575EC}">
      <dsp:nvSpPr>
        <dsp:cNvPr id="0" name=""/>
        <dsp:cNvSpPr/>
      </dsp:nvSpPr>
      <dsp:spPr>
        <a:xfrm rot="5400000">
          <a:off x="3675697" y="-1278651"/>
          <a:ext cx="990732" cy="620824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kern="1200" dirty="0"/>
            <a:t>Dataset enhancement with four emotional states labels and variations.</a:t>
          </a:r>
        </a:p>
      </dsp:txBody>
      <dsp:txXfrm rot="-5400000">
        <a:off x="1066943" y="1378467"/>
        <a:ext cx="6159877" cy="894004"/>
      </dsp:txXfrm>
    </dsp:sp>
    <dsp:sp modelId="{17B649C5-FCC1-4DCA-9AAC-7E6A84301277}">
      <dsp:nvSpPr>
        <dsp:cNvPr id="0" name=""/>
        <dsp:cNvSpPr/>
      </dsp:nvSpPr>
      <dsp:spPr>
        <a:xfrm rot="5400000">
          <a:off x="-228630" y="2887811"/>
          <a:ext cx="1524203" cy="1066942"/>
        </a:xfrm>
        <a:prstGeom prst="chevron">
          <a:avLst/>
        </a:prstGeom>
        <a:solidFill>
          <a:schemeClr val="accent2">
            <a:lumMod val="40000"/>
            <a:lumOff val="6000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/>
              </a:solidFill>
            </a:rPr>
            <a:t>Model Processing</a:t>
          </a:r>
          <a:endParaRPr lang="en-IN" sz="1400" kern="1200" dirty="0">
            <a:solidFill>
              <a:schemeClr val="tx1"/>
            </a:solidFill>
          </a:endParaRPr>
        </a:p>
      </dsp:txBody>
      <dsp:txXfrm rot="-5400000">
        <a:off x="1" y="3192651"/>
        <a:ext cx="1066942" cy="457261"/>
      </dsp:txXfrm>
    </dsp:sp>
    <dsp:sp modelId="{191ACC97-9CA3-4200-8897-B15C209EB961}">
      <dsp:nvSpPr>
        <dsp:cNvPr id="0" name=""/>
        <dsp:cNvSpPr/>
      </dsp:nvSpPr>
      <dsp:spPr>
        <a:xfrm rot="5400000">
          <a:off x="3675697" y="46998"/>
          <a:ext cx="990732" cy="620824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Parallel CNN and VQC analysis paths for comprehensive evaluation.</a:t>
          </a:r>
          <a:endParaRPr lang="en-IN" sz="1800" kern="1200" dirty="0"/>
        </a:p>
      </dsp:txBody>
      <dsp:txXfrm rot="-5400000">
        <a:off x="1066943" y="2704116"/>
        <a:ext cx="6159877" cy="8940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794AE4-7444-4F2E-AE7B-5EBFE59A6359}">
      <dsp:nvSpPr>
        <dsp:cNvPr id="0" name=""/>
        <dsp:cNvSpPr/>
      </dsp:nvSpPr>
      <dsp:spPr>
        <a:xfrm rot="5400000">
          <a:off x="-143360" y="226733"/>
          <a:ext cx="1511559" cy="1058091"/>
        </a:xfrm>
        <a:prstGeom prst="chevron">
          <a:avLst/>
        </a:prstGeom>
        <a:solidFill>
          <a:schemeClr val="accent2">
            <a:lumMod val="40000"/>
            <a:lumOff val="6000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Prediction Output</a:t>
          </a:r>
          <a:endParaRPr lang="en-IN" sz="1400" b="1" kern="1200" dirty="0">
            <a:solidFill>
              <a:schemeClr val="tx1"/>
            </a:solidFill>
          </a:endParaRPr>
        </a:p>
      </dsp:txBody>
      <dsp:txXfrm rot="-5400000">
        <a:off x="83375" y="529045"/>
        <a:ext cx="1058091" cy="453468"/>
      </dsp:txXfrm>
    </dsp:sp>
    <dsp:sp modelId="{E4A9FA9D-9FFF-402F-A1BC-F218625AAFF6}">
      <dsp:nvSpPr>
        <dsp:cNvPr id="0" name=""/>
        <dsp:cNvSpPr/>
      </dsp:nvSpPr>
      <dsp:spPr>
        <a:xfrm rot="5400000">
          <a:off x="3703678" y="-2561054"/>
          <a:ext cx="982513" cy="610462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Real-time emotional state classification with confidence scores.</a:t>
          </a:r>
          <a:endParaRPr lang="en-IN" sz="1800" kern="1200" dirty="0"/>
        </a:p>
      </dsp:txBody>
      <dsp:txXfrm rot="-5400000">
        <a:off x="1142624" y="47962"/>
        <a:ext cx="6056660" cy="8865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BAEBEF-7CFB-44B1-B29A-E9CDF6E140E9}">
      <dsp:nvSpPr>
        <dsp:cNvPr id="0" name=""/>
        <dsp:cNvSpPr/>
      </dsp:nvSpPr>
      <dsp:spPr>
        <a:xfrm>
          <a:off x="0" y="2830"/>
          <a:ext cx="7081284" cy="13235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C7C0A-CC09-41DD-A96D-F99B738DA672}">
      <dsp:nvSpPr>
        <dsp:cNvPr id="0" name=""/>
        <dsp:cNvSpPr/>
      </dsp:nvSpPr>
      <dsp:spPr>
        <a:xfrm>
          <a:off x="400359" y="300618"/>
          <a:ext cx="727926" cy="7279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A4E8D-4D8B-4E4F-A934-82C3AB219B42}">
      <dsp:nvSpPr>
        <dsp:cNvPr id="0" name=""/>
        <dsp:cNvSpPr/>
      </dsp:nvSpPr>
      <dsp:spPr>
        <a:xfrm>
          <a:off x="1528646" y="2830"/>
          <a:ext cx="3186577" cy="1323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071" tIns="140071" rIns="140071" bIns="14007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Handwriting as Mental Health Indicator</a:t>
          </a:r>
          <a:endParaRPr lang="en-IN" sz="2000" kern="1200" dirty="0"/>
        </a:p>
      </dsp:txBody>
      <dsp:txXfrm>
        <a:off x="1528646" y="2830"/>
        <a:ext cx="3186577" cy="1323503"/>
      </dsp:txXfrm>
    </dsp:sp>
    <dsp:sp modelId="{C409F2D3-5955-47E5-A889-888092A908BC}">
      <dsp:nvSpPr>
        <dsp:cNvPr id="0" name=""/>
        <dsp:cNvSpPr/>
      </dsp:nvSpPr>
      <dsp:spPr>
        <a:xfrm>
          <a:off x="4715224" y="2830"/>
          <a:ext cx="2364565" cy="1323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071" tIns="140071" rIns="140071" bIns="14007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Empirical validation that emotional states manifest in measurable handwriting characteristics.</a:t>
          </a:r>
          <a:endParaRPr lang="en-IN" sz="1600" kern="1200" dirty="0"/>
        </a:p>
      </dsp:txBody>
      <dsp:txXfrm>
        <a:off x="4715224" y="2830"/>
        <a:ext cx="2364565" cy="1323503"/>
      </dsp:txXfrm>
    </dsp:sp>
    <dsp:sp modelId="{4781E76B-C4F2-46C9-8DB2-AD856B507734}">
      <dsp:nvSpPr>
        <dsp:cNvPr id="0" name=""/>
        <dsp:cNvSpPr/>
      </dsp:nvSpPr>
      <dsp:spPr>
        <a:xfrm>
          <a:off x="0" y="1657209"/>
          <a:ext cx="7081284" cy="13235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656BBD-C85F-42CB-BB30-0BCA95A2BA44}">
      <dsp:nvSpPr>
        <dsp:cNvPr id="0" name=""/>
        <dsp:cNvSpPr/>
      </dsp:nvSpPr>
      <dsp:spPr>
        <a:xfrm>
          <a:off x="400359" y="1954997"/>
          <a:ext cx="727926" cy="7279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F28845-EC29-42A6-B422-5BA742A0F440}">
      <dsp:nvSpPr>
        <dsp:cNvPr id="0" name=""/>
        <dsp:cNvSpPr/>
      </dsp:nvSpPr>
      <dsp:spPr>
        <a:xfrm>
          <a:off x="1528646" y="1657209"/>
          <a:ext cx="3186577" cy="1323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071" tIns="140071" rIns="140071" bIns="14007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Dual-Technology Validation</a:t>
          </a:r>
          <a:endParaRPr lang="en-IN" sz="2000" kern="1200" dirty="0"/>
        </a:p>
      </dsp:txBody>
      <dsp:txXfrm>
        <a:off x="1528646" y="1657209"/>
        <a:ext cx="3186577" cy="1323503"/>
      </dsp:txXfrm>
    </dsp:sp>
    <dsp:sp modelId="{C72F8E64-58C2-43BF-A11F-5E5E586A5501}">
      <dsp:nvSpPr>
        <dsp:cNvPr id="0" name=""/>
        <dsp:cNvSpPr/>
      </dsp:nvSpPr>
      <dsp:spPr>
        <a:xfrm>
          <a:off x="4715224" y="1657209"/>
          <a:ext cx="2364565" cy="1323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071" tIns="140071" rIns="140071" bIns="14007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Both AI and Quantum approaches demonstrate reliable emotion recognition capabilities.</a:t>
          </a:r>
          <a:endParaRPr lang="en-IN" sz="1600" kern="1200" dirty="0"/>
        </a:p>
      </dsp:txBody>
      <dsp:txXfrm>
        <a:off x="4715224" y="1657209"/>
        <a:ext cx="2364565" cy="1323503"/>
      </dsp:txXfrm>
    </dsp:sp>
    <dsp:sp modelId="{10E9E423-1821-4A38-8AFB-0A53B1BC47C4}">
      <dsp:nvSpPr>
        <dsp:cNvPr id="0" name=""/>
        <dsp:cNvSpPr/>
      </dsp:nvSpPr>
      <dsp:spPr>
        <a:xfrm>
          <a:off x="0" y="3311588"/>
          <a:ext cx="7081284" cy="13235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C900B7-ED3F-4BF1-869D-34C00B165B00}">
      <dsp:nvSpPr>
        <dsp:cNvPr id="0" name=""/>
        <dsp:cNvSpPr/>
      </dsp:nvSpPr>
      <dsp:spPr>
        <a:xfrm>
          <a:off x="400359" y="3609376"/>
          <a:ext cx="727926" cy="7279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F27560-F05F-4FAB-9A9F-94AFB63DD2B8}">
      <dsp:nvSpPr>
        <dsp:cNvPr id="0" name=""/>
        <dsp:cNvSpPr/>
      </dsp:nvSpPr>
      <dsp:spPr>
        <a:xfrm>
          <a:off x="1528646" y="3311588"/>
          <a:ext cx="3186577" cy="1323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071" tIns="140071" rIns="140071" bIns="14007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Clinal Application Potential</a:t>
          </a:r>
          <a:endParaRPr lang="en-IN" sz="2000" kern="1200" dirty="0"/>
        </a:p>
      </dsp:txBody>
      <dsp:txXfrm>
        <a:off x="1528646" y="3311588"/>
        <a:ext cx="3186577" cy="1323503"/>
      </dsp:txXfrm>
    </dsp:sp>
    <dsp:sp modelId="{05FD2C3D-B7AB-4211-A6EE-4AAD62217A78}">
      <dsp:nvSpPr>
        <dsp:cNvPr id="0" name=""/>
        <dsp:cNvSpPr/>
      </dsp:nvSpPr>
      <dsp:spPr>
        <a:xfrm>
          <a:off x="4715224" y="3311588"/>
          <a:ext cx="2364565" cy="1323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071" tIns="140071" rIns="140071" bIns="14007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Foundation established for objectives, automated mental health screening tools.</a:t>
          </a:r>
          <a:endParaRPr lang="en-IN" sz="1600" kern="1200" dirty="0"/>
        </a:p>
      </dsp:txBody>
      <dsp:txXfrm>
        <a:off x="4715224" y="3311588"/>
        <a:ext cx="2364565" cy="13235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10/12/2025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10/12/2025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10/12/2025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10/12/2025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10/12/2025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hyperlink" Target="https://www.flickr.com/photos/criminalintent/39660636671/in/photostream/" TargetMode="External"/><Relationship Id="rId7" Type="http://schemas.openxmlformats.org/officeDocument/2006/relationships/diagramColors" Target="../diagrams/colors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thescienceofcode.azurewebsites.net/Articles/Show/5b7c25548c3f2b64c8b3ce15" TargetMode="External"/><Relationship Id="rId3" Type="http://schemas.openxmlformats.org/officeDocument/2006/relationships/diagramLayout" Target="../diagrams/layout3.xml"/><Relationship Id="rId7" Type="http://schemas.openxmlformats.org/officeDocument/2006/relationships/image" Target="../media/image9.jp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Illuminated technology network on a dark background">
            <a:extLst>
              <a:ext uri="{FF2B5EF4-FFF2-40B4-BE49-F238E27FC236}">
                <a16:creationId xmlns:a16="http://schemas.microsoft.com/office/drawing/2014/main" id="{5DA90B48-8DA7-179A-7774-2C5B5343FF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50000">
                <a:schemeClr val="tx2">
                  <a:alpha val="35000"/>
                </a:schemeClr>
              </a:gs>
              <a:gs pos="100000">
                <a:schemeClr val="tx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238" y="2700977"/>
            <a:ext cx="10909428" cy="11511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Quantum and AI Enhanced Handwritten Recognition To Detect Mental Health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4E5597F-CE67-4085-9548-E6A8036D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93881" y="4035362"/>
            <a:ext cx="5404237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0"/>
            <a:ext cx="11029616" cy="1188720"/>
          </a:xfrm>
        </p:spPr>
        <p:txBody>
          <a:bodyPr/>
          <a:lstStyle/>
          <a:p>
            <a:r>
              <a:rPr lang="en-US" dirty="0"/>
              <a:t>Where handwriting meets the mind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1C2094-9F94-631A-7C0D-F70EA796BF92}"/>
              </a:ext>
            </a:extLst>
          </p:cNvPr>
          <p:cNvSpPr txBox="1"/>
          <p:nvPr/>
        </p:nvSpPr>
        <p:spPr>
          <a:xfrm>
            <a:off x="581192" y="2339115"/>
            <a:ext cx="55148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Mental health states leave distinctive signatures in handwriting patterns—from stroke intensity and pressure variations to spacing consistency and letter formation. These subtle markers provide a window into emotional well-being.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D7D41A-7898-F096-9869-486EF3594C40}"/>
              </a:ext>
            </a:extLst>
          </p:cNvPr>
          <p:cNvSpPr txBox="1"/>
          <p:nvPr/>
        </p:nvSpPr>
        <p:spPr>
          <a:xfrm>
            <a:off x="6606189" y="2339115"/>
            <a:ext cx="5004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By combining AI's exceptional pattern recognition capabilities with quantum computing's superior computational power, we can detect four key emotional states: Happy, Sad, Angry, and Stressed.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B957F7A-E081-5DA4-827B-BF81E40D94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5043167"/>
              </p:ext>
            </p:extLst>
          </p:nvPr>
        </p:nvGraphicFramePr>
        <p:xfrm>
          <a:off x="2496574" y="2611815"/>
          <a:ext cx="7198852" cy="4710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BBDD805-EBF3-07DA-2889-704C12A35739}"/>
              </a:ext>
            </a:extLst>
          </p:cNvPr>
          <p:cNvSpPr txBox="1"/>
          <p:nvPr/>
        </p:nvSpPr>
        <p:spPr>
          <a:xfrm>
            <a:off x="5309419" y="5661484"/>
            <a:ext cx="1573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Our Approach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49974-C7E6-4043-BC83-2E7D28E9E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F62331-0E5C-486C-B13B-6742785EC37F}"/>
              </a:ext>
            </a:extLst>
          </p:cNvPr>
          <p:cNvSpPr/>
          <p:nvPr/>
        </p:nvSpPr>
        <p:spPr>
          <a:xfrm>
            <a:off x="3545073" y="4053453"/>
            <a:ext cx="5101853" cy="17543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BE80350-3AB4-1314-1B7F-1D796517FB3A}"/>
              </a:ext>
            </a:extLst>
          </p:cNvPr>
          <p:cNvSpPr/>
          <p:nvPr/>
        </p:nvSpPr>
        <p:spPr>
          <a:xfrm>
            <a:off x="6345634" y="1813173"/>
            <a:ext cx="5101853" cy="17543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7E6B657-9400-C44D-3779-DE571F2BDC73}"/>
              </a:ext>
            </a:extLst>
          </p:cNvPr>
          <p:cNvSpPr/>
          <p:nvPr/>
        </p:nvSpPr>
        <p:spPr>
          <a:xfrm>
            <a:off x="581192" y="1818968"/>
            <a:ext cx="5101853" cy="17543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F580D-1350-D310-D9EA-9EA7A52C7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0"/>
            <a:ext cx="11029616" cy="1188720"/>
          </a:xfrm>
        </p:spPr>
        <p:txBody>
          <a:bodyPr/>
          <a:lstStyle/>
          <a:p>
            <a:r>
              <a:rPr lang="en-US" dirty="0"/>
              <a:t>AI powered recognition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9AD467-F108-51DB-54FD-3965509C1A38}"/>
              </a:ext>
            </a:extLst>
          </p:cNvPr>
          <p:cNvSpPr txBox="1"/>
          <p:nvPr/>
        </p:nvSpPr>
        <p:spPr>
          <a:xfrm>
            <a:off x="477952" y="1906711"/>
            <a:ext cx="53083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Dataset</a:t>
            </a:r>
          </a:p>
          <a:p>
            <a:pPr algn="ctr"/>
            <a:r>
              <a:rPr lang="en-US" dirty="0"/>
              <a:t>EMNIST foundation enhanced with emotion-specific augmentation covering Happy, Sad, Angry, and Stressed states. Trained on </a:t>
            </a:r>
            <a:r>
              <a:rPr lang="en-US" b="1" dirty="0"/>
              <a:t>20,000+</a:t>
            </a:r>
            <a:r>
              <a:rPr lang="en-US" dirty="0"/>
              <a:t> real handwriting samples.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8A17F-4D7E-7DDB-35CD-53DB57E4D816}"/>
              </a:ext>
            </a:extLst>
          </p:cNvPr>
          <p:cNvSpPr txBox="1"/>
          <p:nvPr/>
        </p:nvSpPr>
        <p:spPr>
          <a:xfrm>
            <a:off x="6394250" y="1965055"/>
            <a:ext cx="50046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Convolutional Neural Network (CNN)</a:t>
            </a:r>
          </a:p>
          <a:p>
            <a:pPr algn="ctr"/>
            <a:r>
              <a:rPr lang="en-US" dirty="0"/>
              <a:t>Purpose-built Convolutional Neural Network achieving </a:t>
            </a:r>
            <a:r>
              <a:rPr lang="en-US" b="1" dirty="0"/>
              <a:t>95% classification accuracy. </a:t>
            </a:r>
            <a:r>
              <a:rPr lang="en-US" dirty="0"/>
              <a:t>Optimized for emotional nuance detection in handwriting patterns.</a:t>
            </a:r>
          </a:p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A4632A-801D-1F92-DACA-85AB785162C8}"/>
              </a:ext>
            </a:extLst>
          </p:cNvPr>
          <p:cNvSpPr txBox="1"/>
          <p:nvPr/>
        </p:nvSpPr>
        <p:spPr>
          <a:xfrm>
            <a:off x="3930444" y="4191952"/>
            <a:ext cx="43311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Technology Stack</a:t>
            </a:r>
          </a:p>
          <a:p>
            <a:pPr algn="ctr"/>
            <a:r>
              <a:rPr lang="en-US" dirty="0" err="1"/>
              <a:t>PyTorch</a:t>
            </a:r>
            <a:r>
              <a:rPr lang="en-US" dirty="0"/>
              <a:t> for deep learning, OpenCV for image processing, NumPy for computation, Scikit-Learn for validation. Flask deployment enables real-time predictions.</a:t>
            </a:r>
          </a:p>
        </p:txBody>
      </p:sp>
    </p:spTree>
    <p:extLst>
      <p:ext uri="{BB962C8B-B14F-4D97-AF65-F5344CB8AC3E}">
        <p14:creationId xmlns:p14="http://schemas.microsoft.com/office/powerpoint/2010/main" val="1032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096F1-E387-BFEF-7269-BD3FD8B23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5AF21-E68C-F397-BD54-96EC55927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0"/>
            <a:ext cx="11029616" cy="1188720"/>
          </a:xfrm>
        </p:spPr>
        <p:txBody>
          <a:bodyPr/>
          <a:lstStyle/>
          <a:p>
            <a:r>
              <a:rPr lang="en-US" dirty="0"/>
              <a:t>Quantum computing</a:t>
            </a:r>
          </a:p>
        </p:txBody>
      </p:sp>
      <p:pic>
        <p:nvPicPr>
          <p:cNvPr id="16" name="Picture 15" descr="A large machine with many tubes&#10;&#10;AI-generated content may be incorrect.">
            <a:extLst>
              <a:ext uri="{FF2B5EF4-FFF2-40B4-BE49-F238E27FC236}">
                <a16:creationId xmlns:a16="http://schemas.microsoft.com/office/drawing/2014/main" id="{44F5E166-C0FD-68A9-B533-36EF87314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24328" y="603660"/>
            <a:ext cx="3878424" cy="62543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C3FF5B-5666-0DF1-4C0C-EE81397FA024}"/>
              </a:ext>
            </a:extLst>
          </p:cNvPr>
          <p:cNvSpPr txBox="1"/>
          <p:nvPr/>
        </p:nvSpPr>
        <p:spPr>
          <a:xfrm>
            <a:off x="581192" y="1513425"/>
            <a:ext cx="54241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quantum computer isn't just a more powerful version of the computers we use today; it's something else entirely, based on emerging scientific understanding -- and more than a bit of uncertainty.</a:t>
            </a:r>
          </a:p>
        </p:txBody>
      </p:sp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72C31CF2-A3FA-5FC9-DB96-9C7EEA1B4B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4476482"/>
              </p:ext>
            </p:extLst>
          </p:nvPr>
        </p:nvGraphicFramePr>
        <p:xfrm>
          <a:off x="213004" y="2286000"/>
          <a:ext cx="7624709" cy="4366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72980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2EEB9-A4A0-A1C7-4A1F-4428CAEB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2432F-A8AA-5E8C-1850-BC90054ED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0"/>
            <a:ext cx="11029616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Quantum computers </a:t>
            </a:r>
            <a:r>
              <a:rPr lang="en-US" dirty="0"/>
              <a:t>Concepts</a:t>
            </a:r>
            <a:endParaRPr lang="en-US" b="0" kern="1200" cap="all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92157C3-F9F2-184A-C96E-8635D71FB6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773001"/>
              </p:ext>
            </p:extLst>
          </p:nvPr>
        </p:nvGraphicFramePr>
        <p:xfrm>
          <a:off x="581192" y="1920955"/>
          <a:ext cx="5591110" cy="3880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 diagram of a sphere with a circle and a circle with a circle and a circle with a circle with a circle with a circle with a circle with a circle with a circle with a circle with&#10;&#10;AI-generated content may be incorrect.">
            <a:extLst>
              <a:ext uri="{FF2B5EF4-FFF2-40B4-BE49-F238E27FC236}">
                <a16:creationId xmlns:a16="http://schemas.microsoft.com/office/drawing/2014/main" id="{2B4BCE4C-B945-D5E0-8209-0A23812020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6229623" y="2372115"/>
            <a:ext cx="2857500" cy="2638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536B1A-59A9-AF49-8912-DEDFB665E6D1}"/>
              </a:ext>
            </a:extLst>
          </p:cNvPr>
          <p:cNvSpPr txBox="1"/>
          <p:nvPr/>
        </p:nvSpPr>
        <p:spPr>
          <a:xfrm>
            <a:off x="6200962" y="2110505"/>
            <a:ext cx="285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Classic Bit and a Qubit</a:t>
            </a:r>
          </a:p>
        </p:txBody>
      </p:sp>
      <p:pic>
        <p:nvPicPr>
          <p:cNvPr id="10" name="Picture 9" descr="A two planets with a symbol in the middle&#10;&#10;AI-generated content may be incorrect.">
            <a:extLst>
              <a:ext uri="{FF2B5EF4-FFF2-40B4-BE49-F238E27FC236}">
                <a16:creationId xmlns:a16="http://schemas.microsoft.com/office/drawing/2014/main" id="{EF97B634-C5DA-3E0A-997C-1BAB6600BC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7123" y="1905663"/>
            <a:ext cx="3104877" cy="310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429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5423E-BD1F-2805-FE9E-662977B06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BB78D-9A9C-DA23-8599-3E603876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0"/>
            <a:ext cx="11029616" cy="1188720"/>
          </a:xfrm>
        </p:spPr>
        <p:txBody>
          <a:bodyPr/>
          <a:lstStyle/>
          <a:p>
            <a:r>
              <a:rPr lang="en-US" dirty="0"/>
              <a:t>Quantum computing breakthrough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C1CC052-D865-E46A-657D-B2672F1D00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5562257"/>
              </p:ext>
            </p:extLst>
          </p:nvPr>
        </p:nvGraphicFramePr>
        <p:xfrm>
          <a:off x="581192" y="1852129"/>
          <a:ext cx="7156795" cy="4112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2462BAA-B79A-6B2F-F984-1207992EEF5B}"/>
              </a:ext>
            </a:extLst>
          </p:cNvPr>
          <p:cNvSpPr txBox="1"/>
          <p:nvPr/>
        </p:nvSpPr>
        <p:spPr>
          <a:xfrm>
            <a:off x="8337957" y="2530476"/>
            <a:ext cx="311070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Remarkable Results</a:t>
            </a:r>
          </a:p>
          <a:p>
            <a:pPr algn="ctr"/>
            <a:r>
              <a:rPr lang="en-US" b="1" dirty="0"/>
              <a:t>100% accuracy </a:t>
            </a:r>
            <a:r>
              <a:rPr lang="en-US" dirty="0"/>
              <a:t>on optimized quantum dataset.</a:t>
            </a:r>
          </a:p>
          <a:p>
            <a:pPr algn="ctr"/>
            <a:r>
              <a:rPr lang="en-US" dirty="0"/>
              <a:t>Simulated on local quantum backend with scalability to IBM Quantum cloud infrastructure for future deployment.</a:t>
            </a:r>
          </a:p>
          <a:p>
            <a:pPr algn="ctr"/>
            <a:endParaRPr lang="en-US" sz="1600" dirty="0"/>
          </a:p>
          <a:p>
            <a:pPr algn="ctr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019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4AC93-8CD5-7B34-B9E3-54ABFABE7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FAC4-93CF-02A6-8B23-B9991A49F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0"/>
            <a:ext cx="11029616" cy="1188720"/>
          </a:xfrm>
        </p:spPr>
        <p:txBody>
          <a:bodyPr/>
          <a:lstStyle/>
          <a:p>
            <a:r>
              <a:rPr lang="en-US" dirty="0"/>
              <a:t>Quantum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B3F36-E1BE-3DA3-0FFE-586195EA75A4}"/>
              </a:ext>
            </a:extLst>
          </p:cNvPr>
          <p:cNvSpPr txBox="1"/>
          <p:nvPr/>
        </p:nvSpPr>
        <p:spPr>
          <a:xfrm>
            <a:off x="8337957" y="2767280"/>
            <a:ext cx="31107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Flask backend seamlessly connects the AI/Quantum models with an intuitive web interface, enabling instant handwriting-to-emotion analysis.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E0E153D2-B60C-15FC-24AB-72C30F7F63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5430117"/>
              </p:ext>
            </p:extLst>
          </p:nvPr>
        </p:nvGraphicFramePr>
        <p:xfrm>
          <a:off x="686748" y="1306286"/>
          <a:ext cx="7275184" cy="4184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413D2017-64D2-0361-9844-439641167E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4274246"/>
              </p:ext>
            </p:extLst>
          </p:nvPr>
        </p:nvGraphicFramePr>
        <p:xfrm>
          <a:off x="612104" y="5234474"/>
          <a:ext cx="7496208" cy="15115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52061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0E7AF-C467-2B30-3F88-C2DFF1F5E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F511ED-C587-8AF4-97F6-7EAD3F64A48B}"/>
              </a:ext>
            </a:extLst>
          </p:cNvPr>
          <p:cNvSpPr/>
          <p:nvPr/>
        </p:nvSpPr>
        <p:spPr>
          <a:xfrm>
            <a:off x="8373415" y="1455578"/>
            <a:ext cx="3265715" cy="214604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9341CB-858C-B343-BAA1-E401060978A5}"/>
              </a:ext>
            </a:extLst>
          </p:cNvPr>
          <p:cNvSpPr/>
          <p:nvPr/>
        </p:nvSpPr>
        <p:spPr>
          <a:xfrm>
            <a:off x="4439696" y="1455579"/>
            <a:ext cx="3265715" cy="214604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658DD5-6F21-41D1-782E-AE7B5EE54FCA}"/>
              </a:ext>
            </a:extLst>
          </p:cNvPr>
          <p:cNvSpPr/>
          <p:nvPr/>
        </p:nvSpPr>
        <p:spPr>
          <a:xfrm>
            <a:off x="513191" y="1455580"/>
            <a:ext cx="3265715" cy="214604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B4DC84-ABB3-2440-4139-177A3BFCA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0"/>
            <a:ext cx="11029616" cy="1188720"/>
          </a:xfrm>
        </p:spPr>
        <p:txBody>
          <a:bodyPr/>
          <a:lstStyle/>
          <a:p>
            <a:r>
              <a:rPr lang="en-US" dirty="0"/>
              <a:t>Results &amp; observations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2F9C08-80E9-3A66-7B13-8E49206E1ED8}"/>
              </a:ext>
            </a:extLst>
          </p:cNvPr>
          <p:cNvSpPr txBox="1"/>
          <p:nvPr/>
        </p:nvSpPr>
        <p:spPr>
          <a:xfrm>
            <a:off x="347682" y="1612852"/>
            <a:ext cx="358230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95%</a:t>
            </a:r>
          </a:p>
          <a:p>
            <a:pPr algn="ctr"/>
            <a:r>
              <a:rPr lang="en-US" sz="2400" b="1" dirty="0"/>
              <a:t>CNN Accuracy</a:t>
            </a:r>
          </a:p>
          <a:p>
            <a:pPr algn="ctr"/>
            <a:endParaRPr lang="en-US" sz="2400" b="1" dirty="0"/>
          </a:p>
          <a:p>
            <a:pPr algn="ctr"/>
            <a:r>
              <a:rPr lang="en-US" dirty="0"/>
              <a:t>Stable validation performance across all training epochs.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66B64-E016-2FD7-C93A-B203EB5A923D}"/>
              </a:ext>
            </a:extLst>
          </p:cNvPr>
          <p:cNvSpPr txBox="1"/>
          <p:nvPr/>
        </p:nvSpPr>
        <p:spPr>
          <a:xfrm>
            <a:off x="4281400" y="1594194"/>
            <a:ext cx="358230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100%</a:t>
            </a:r>
          </a:p>
          <a:p>
            <a:pPr algn="ctr"/>
            <a:r>
              <a:rPr lang="en-US" sz="2400" b="1" dirty="0"/>
              <a:t>Quantum Accuracy</a:t>
            </a:r>
          </a:p>
          <a:p>
            <a:pPr algn="ctr"/>
            <a:endParaRPr lang="en-US" sz="2400" b="1" dirty="0"/>
          </a:p>
          <a:p>
            <a:pPr algn="ctr"/>
            <a:r>
              <a:rPr lang="en-US" dirty="0"/>
              <a:t>Perfect classification on reduced high-quality dataset.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4C9D68-6B0F-8218-E606-14BD95FBB313}"/>
              </a:ext>
            </a:extLst>
          </p:cNvPr>
          <p:cNvSpPr txBox="1"/>
          <p:nvPr/>
        </p:nvSpPr>
        <p:spPr>
          <a:xfrm>
            <a:off x="8215119" y="1594194"/>
            <a:ext cx="358230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20K+</a:t>
            </a:r>
          </a:p>
          <a:p>
            <a:pPr algn="ctr"/>
            <a:r>
              <a:rPr lang="en-US" sz="2400" b="1" dirty="0"/>
              <a:t>Training Samples</a:t>
            </a:r>
          </a:p>
          <a:p>
            <a:pPr algn="ctr"/>
            <a:endParaRPr lang="en-US" sz="2400" b="1" dirty="0"/>
          </a:p>
          <a:p>
            <a:pPr algn="ctr"/>
            <a:r>
              <a:rPr lang="en-US" dirty="0"/>
              <a:t>Diverse handwriting examples for robust model training.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A83B0D-8E45-DF90-E5F3-9D01C19D57A0}"/>
              </a:ext>
            </a:extLst>
          </p:cNvPr>
          <p:cNvSpPr txBox="1"/>
          <p:nvPr/>
        </p:nvSpPr>
        <p:spPr>
          <a:xfrm>
            <a:off x="5134946" y="3932378"/>
            <a:ext cx="1922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Insights</a:t>
            </a:r>
            <a:endParaRPr lang="en-IN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C43014-3EDA-3656-A93E-7E2754437BCB}"/>
              </a:ext>
            </a:extLst>
          </p:cNvPr>
          <p:cNvSpPr txBox="1"/>
          <p:nvPr/>
        </p:nvSpPr>
        <p:spPr>
          <a:xfrm>
            <a:off x="1169021" y="4386756"/>
            <a:ext cx="38518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Pattern Recognition Success</a:t>
            </a:r>
            <a:endParaRPr lang="en-US" dirty="0"/>
          </a:p>
          <a:p>
            <a:endParaRPr lang="en-US" dirty="0"/>
          </a:p>
          <a:p>
            <a:r>
              <a:rPr lang="en-US" dirty="0"/>
              <a:t>Emotion recognition strongly correlates with expected handwriting characteristics—stressed writing shows increased pressure, happy writing displays smoother strokes.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86E3FB-5537-6383-3080-9F35C1246D7B}"/>
              </a:ext>
            </a:extLst>
          </p:cNvPr>
          <p:cNvSpPr txBox="1"/>
          <p:nvPr/>
        </p:nvSpPr>
        <p:spPr>
          <a:xfrm>
            <a:off x="7171111" y="4386755"/>
            <a:ext cx="35066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Areas for Refinement</a:t>
            </a:r>
            <a:endParaRPr lang="en-US" dirty="0"/>
          </a:p>
          <a:p>
            <a:endParaRPr lang="en-US" dirty="0"/>
          </a:p>
          <a:p>
            <a:r>
              <a:rPr lang="en-US" dirty="0"/>
              <a:t>"Sad" emotions show slight over-prediction tendency. Enhanced dataset balancing and additional training samples can further improve classification precision.</a:t>
            </a:r>
          </a:p>
        </p:txBody>
      </p:sp>
    </p:spTree>
    <p:extLst>
      <p:ext uri="{BB962C8B-B14F-4D97-AF65-F5344CB8AC3E}">
        <p14:creationId xmlns:p14="http://schemas.microsoft.com/office/powerpoint/2010/main" val="3784063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ECA82-1539-4C7C-6C68-6107E912D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BC49D-57A7-39CB-767E-4E50A5AF6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0"/>
            <a:ext cx="11029616" cy="1188720"/>
          </a:xfrm>
        </p:spPr>
        <p:txBody>
          <a:bodyPr/>
          <a:lstStyle/>
          <a:p>
            <a:r>
              <a:rPr lang="en-US" dirty="0"/>
              <a:t>Conclusion &amp; future scope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4F0311F9-F028-5270-68E4-176616AF2D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3915408"/>
              </p:ext>
            </p:extLst>
          </p:nvPr>
        </p:nvGraphicFramePr>
        <p:xfrm>
          <a:off x="2555358" y="1507696"/>
          <a:ext cx="7081284" cy="4637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6308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437AB-6EF6-6112-0411-DEED54CCB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080A-1B74-90C5-E700-A633C1833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7809" y="2062716"/>
            <a:ext cx="3076382" cy="1169582"/>
          </a:xfrm>
        </p:spPr>
        <p:txBody>
          <a:bodyPr>
            <a:noAutofit/>
          </a:bodyPr>
          <a:lstStyle/>
          <a:p>
            <a:r>
              <a:rPr lang="en-US" sz="4400" dirty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33E91-7A9E-CFF6-A1B8-E9EBFC52D6F8}"/>
              </a:ext>
            </a:extLst>
          </p:cNvPr>
          <p:cNvSpPr txBox="1"/>
          <p:nvPr/>
        </p:nvSpPr>
        <p:spPr>
          <a:xfrm>
            <a:off x="4488704" y="4635795"/>
            <a:ext cx="32145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Presented By-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Sanchit Karwasra</a:t>
            </a:r>
          </a:p>
          <a:p>
            <a:pPr algn="ctr"/>
            <a:r>
              <a:rPr lang="en-US" dirty="0"/>
              <a:t>Manvi Singh</a:t>
            </a:r>
          </a:p>
          <a:p>
            <a:pPr algn="ctr"/>
            <a:r>
              <a:rPr lang="en-US" dirty="0"/>
              <a:t>Shourya Solanki</a:t>
            </a:r>
          </a:p>
          <a:p>
            <a:pPr algn="ctr"/>
            <a:r>
              <a:rPr lang="en-US" dirty="0"/>
              <a:t>Bhoomi Jindal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59851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A5DC6A1-49C3-4587-AB05-733419606AF7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{FA228D66-B841-4470-BEF5-D66970136871}tf33552983_win32</Template>
  <TotalTime>214</TotalTime>
  <Words>578</Words>
  <Application>Microsoft Office PowerPoint</Application>
  <PresentationFormat>Widescreen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Franklin Gothic Book</vt:lpstr>
      <vt:lpstr>Franklin Gothic Demi</vt:lpstr>
      <vt:lpstr>Wingdings 2</vt:lpstr>
      <vt:lpstr>DividendVTI</vt:lpstr>
      <vt:lpstr>Quantum and AI Enhanced Handwritten Recognition To Detect Mental Health </vt:lpstr>
      <vt:lpstr>Where handwriting meets the mind</vt:lpstr>
      <vt:lpstr>AI powered recognition</vt:lpstr>
      <vt:lpstr>Quantum computing</vt:lpstr>
      <vt:lpstr>Quantum computers Concepts</vt:lpstr>
      <vt:lpstr>Quantum computing breakthrough</vt:lpstr>
      <vt:lpstr>Quantum Pipeline</vt:lpstr>
      <vt:lpstr>Results &amp; observations</vt:lpstr>
      <vt:lpstr>Conclusion &amp; 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Shourya Solanki</dc:creator>
  <cp:lastModifiedBy>Shourya Solanki</cp:lastModifiedBy>
  <cp:revision>1</cp:revision>
  <dcterms:created xsi:type="dcterms:W3CDTF">2025-10-12T08:44:18Z</dcterms:created>
  <dcterms:modified xsi:type="dcterms:W3CDTF">2025-10-12T12:18:35Z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